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heme/theme2.xml" ContentType="application/vnd.openxmlformats-officedocument.theme+xml"/>
  <Override PartName="/ppt/tags/tag13.xml" ContentType="application/vnd.openxmlformats-officedocument.presentationml.tags+xml"/>
  <Override PartName="/ppt/notesSlides/notesSlide1.xml" ContentType="application/vnd.openxmlformats-officedocument.presentationml.notesSlide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4"/>
  </p:sldMasterIdLst>
  <p:notesMasterIdLst>
    <p:notesMasterId r:id="rId7"/>
  </p:notesMasterIdLst>
  <p:sldIdLst>
    <p:sldId id="2147483312" r:id="rId5"/>
    <p:sldId id="2147483313" r:id="rId6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060"/>
    <a:srgbClr val="FF6600"/>
    <a:srgbClr val="81D5D3"/>
    <a:srgbClr val="E1595F"/>
    <a:srgbClr val="FFE8A7"/>
    <a:srgbClr val="FFDB75"/>
    <a:srgbClr val="FFCC66"/>
    <a:srgbClr val="D0F0EF"/>
    <a:srgbClr val="B7E7E6"/>
    <a:srgbClr val="ABE3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52" autoAdjust="0"/>
    <p:restoredTop sz="94660"/>
  </p:normalViewPr>
  <p:slideViewPr>
    <p:cSldViewPr snapToGrid="0">
      <p:cViewPr varScale="1">
        <p:scale>
          <a:sx n="62" d="100"/>
          <a:sy n="62" d="100"/>
        </p:scale>
        <p:origin x="1044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nstanza Beatriz Lazo Muñoz" userId="f62ddee6-ad49-4dd0-b292-8de35856281c" providerId="ADAL" clId="{22BA1862-6E5A-493D-BD63-9ADD1339C75A}"/>
    <pc:docChg chg="undo custSel addSld delSld modSld delMainMaster">
      <pc:chgData name="Constanza Beatriz Lazo Muñoz" userId="f62ddee6-ad49-4dd0-b292-8de35856281c" providerId="ADAL" clId="{22BA1862-6E5A-493D-BD63-9ADD1339C75A}" dt="2026-04-01T13:47:16.374" v="900" actId="47"/>
      <pc:docMkLst>
        <pc:docMk/>
      </pc:docMkLst>
      <pc:sldChg chg="add">
        <pc:chgData name="Constanza Beatriz Lazo Muñoz" userId="f62ddee6-ad49-4dd0-b292-8de35856281c" providerId="ADAL" clId="{22BA1862-6E5A-493D-BD63-9ADD1339C75A}" dt="2026-04-01T13:47:12.544" v="898"/>
        <pc:sldMkLst>
          <pc:docMk/>
          <pc:sldMk cId="895539265" sldId="2147483312"/>
        </pc:sldMkLst>
      </pc:sldChg>
      <pc:sldChg chg="add">
        <pc:chgData name="Constanza Beatriz Lazo Muñoz" userId="f62ddee6-ad49-4dd0-b292-8de35856281c" providerId="ADAL" clId="{22BA1862-6E5A-493D-BD63-9ADD1339C75A}" dt="2026-04-01T13:47:12.544" v="898"/>
        <pc:sldMkLst>
          <pc:docMk/>
          <pc:sldMk cId="3174744785" sldId="2147483313"/>
        </pc:sldMkLst>
      </pc:sldChg>
    </pc:docChg>
  </pc:docChgLst>
  <pc:docChgLst>
    <pc:chgData name="Artur Sadykov ." userId="d7b5f080-7a9b-46c8-92ba-2344008125bc" providerId="ADAL" clId="{489932DA-0946-4808-ADE8-0CD209EDDA81}"/>
    <pc:docChg chg="modSld">
      <pc:chgData name="Artur Sadykov ." userId="d7b5f080-7a9b-46c8-92ba-2344008125bc" providerId="ADAL" clId="{489932DA-0946-4808-ADE8-0CD209EDDA81}" dt="2026-04-07T03:00:07.111" v="3" actId="13926"/>
      <pc:docMkLst>
        <pc:docMk/>
      </pc:docMkLst>
      <pc:sldChg chg="modSp mod">
        <pc:chgData name="Artur Sadykov ." userId="d7b5f080-7a9b-46c8-92ba-2344008125bc" providerId="ADAL" clId="{489932DA-0946-4808-ADE8-0CD209EDDA81}" dt="2026-04-07T02:59:54.378" v="1" actId="13926"/>
        <pc:sldMkLst>
          <pc:docMk/>
          <pc:sldMk cId="895539265" sldId="2147483312"/>
        </pc:sldMkLst>
        <pc:spChg chg="mod">
          <ac:chgData name="Artur Sadykov ." userId="d7b5f080-7a9b-46c8-92ba-2344008125bc" providerId="ADAL" clId="{489932DA-0946-4808-ADE8-0CD209EDDA81}" dt="2026-04-07T02:59:54.378" v="1" actId="13926"/>
          <ac:spMkLst>
            <pc:docMk/>
            <pc:sldMk cId="895539265" sldId="2147483312"/>
            <ac:spMk id="40" creationId="{CC4CFD9F-D302-C871-05BB-60EB87E41B29}"/>
          </ac:spMkLst>
        </pc:spChg>
        <pc:spChg chg="mod">
          <ac:chgData name="Artur Sadykov ." userId="d7b5f080-7a9b-46c8-92ba-2344008125bc" providerId="ADAL" clId="{489932DA-0946-4808-ADE8-0CD209EDDA81}" dt="2026-04-07T02:59:44.957" v="0" actId="13926"/>
          <ac:spMkLst>
            <pc:docMk/>
            <pc:sldMk cId="895539265" sldId="2147483312"/>
            <ac:spMk id="59" creationId="{B9781780-F2B1-C8BE-AA1E-0DC087735C7B}"/>
          </ac:spMkLst>
        </pc:spChg>
      </pc:sldChg>
      <pc:sldChg chg="modSp mod">
        <pc:chgData name="Artur Sadykov ." userId="d7b5f080-7a9b-46c8-92ba-2344008125bc" providerId="ADAL" clId="{489932DA-0946-4808-ADE8-0CD209EDDA81}" dt="2026-04-07T03:00:07.111" v="3" actId="13926"/>
        <pc:sldMkLst>
          <pc:docMk/>
          <pc:sldMk cId="3174744785" sldId="2147483313"/>
        </pc:sldMkLst>
        <pc:spChg chg="mod">
          <ac:chgData name="Artur Sadykov ." userId="d7b5f080-7a9b-46c8-92ba-2344008125bc" providerId="ADAL" clId="{489932DA-0946-4808-ADE8-0CD209EDDA81}" dt="2026-04-07T03:00:01.583" v="2" actId="13926"/>
          <ac:spMkLst>
            <pc:docMk/>
            <pc:sldMk cId="3174744785" sldId="2147483313"/>
            <ac:spMk id="37" creationId="{D16FE969-A795-2E66-EFA4-B0466B2742D2}"/>
          </ac:spMkLst>
        </pc:spChg>
        <pc:spChg chg="mod">
          <ac:chgData name="Artur Sadykov ." userId="d7b5f080-7a9b-46c8-92ba-2344008125bc" providerId="ADAL" clId="{489932DA-0946-4808-ADE8-0CD209EDDA81}" dt="2026-04-07T03:00:07.111" v="3" actId="13926"/>
          <ac:spMkLst>
            <pc:docMk/>
            <pc:sldMk cId="3174744785" sldId="2147483313"/>
            <ac:spMk id="48" creationId="{6616B185-B32E-862E-6B9B-82FB77B9562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C5CAA3-4236-49F6-B220-FB9FF2E0228A}" type="datetimeFigureOut">
              <a:rPr lang="es-CL" smtClean="0"/>
              <a:t>06-04-2026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C7C978-86D4-460C-A0DB-9EB738559E50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07144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96C4B-0FC9-2154-79ED-E231B336D5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BF2F093-E4C7-0FA1-88CC-5129EE7E98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2C0B3DB-62EB-D3B8-2C1D-655A326383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F9EB30A-7931-7561-9C7A-DCD74D09E3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s-A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A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113024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62FC3-ABAD-7396-8614-891FAE9F2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DA7CF92-6397-FE28-6605-63529260F6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F7335F0-37D4-A205-378F-14E2601737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A4A464D-AD5C-5699-660F-647C86C56D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0000000-1234-1234-1234-123412341234}" type="slidenum">
              <a:rPr kumimoji="0" lang="es-A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A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62623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1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6" Type="http://schemas.openxmlformats.org/officeDocument/2006/relationships/image" Target="../media/image14.png"/><Relationship Id="rId5" Type="http://schemas.openxmlformats.org/officeDocument/2006/relationships/image" Target="../media/image13.jpeg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3.bin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7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3393" y="3949148"/>
            <a:ext cx="10945216" cy="1370854"/>
          </a:xfrm>
          <a:prstGeom prst="rect">
            <a:avLst/>
          </a:prstGeom>
        </p:spPr>
        <p:txBody>
          <a:bodyPr lIns="42597" tIns="42597" rIns="42597" bIns="42597" anchor="t" anchorCtr="0">
            <a:normAutofit/>
          </a:bodyPr>
          <a:lstStyle>
            <a:lvl1pPr>
              <a:defRPr sz="3600" b="0">
                <a:solidFill>
                  <a:srgbClr val="00778B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3392" y="5484082"/>
            <a:ext cx="5073600" cy="212400"/>
          </a:xfrm>
          <a:prstGeom prst="rect">
            <a:avLst/>
          </a:prstGeom>
        </p:spPr>
        <p:txBody>
          <a:bodyPr lIns="42597" rIns="42597" anchor="ctr">
            <a:noAutofit/>
          </a:bodyPr>
          <a:lstStyle>
            <a:lvl1pPr marL="0" indent="0" algn="l">
              <a:buNone/>
              <a:defRPr kumimoji="0" lang="en-US" altLang="zh-CN" sz="1600" b="1" i="0" u="none" strike="noStrike" kern="1200" cap="none" spc="0" normalizeH="0" baseline="0" noProof="1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defRPr>
            </a:lvl1pPr>
            <a:lvl2pPr marL="4571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0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4" name="Imagen 14" descr="Trama_portada-05.png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"/>
            <a:ext cx="12192000" cy="3429000"/>
          </a:xfrm>
          <a:prstGeom prst="rect">
            <a:avLst/>
          </a:prstGeom>
        </p:spPr>
      </p:pic>
      <p:grpSp>
        <p:nvGrpSpPr>
          <p:cNvPr id="15" name="14 Grupo"/>
          <p:cNvGrpSpPr/>
          <p:nvPr>
            <p:custDataLst>
              <p:tags r:id="rId1"/>
            </p:custDataLst>
          </p:nvPr>
        </p:nvGrpSpPr>
        <p:grpSpPr>
          <a:xfrm rot="16200000">
            <a:off x="6023992" y="-2594992"/>
            <a:ext cx="144016" cy="12192000"/>
            <a:chOff x="3779912" y="1124744"/>
            <a:chExt cx="216024" cy="6336704"/>
          </a:xfrm>
        </p:grpSpPr>
        <p:sp>
          <p:nvSpPr>
            <p:cNvPr id="16" name="Rectángulo 10"/>
            <p:cNvSpPr/>
            <p:nvPr/>
          </p:nvSpPr>
          <p:spPr>
            <a:xfrm rot="5400000">
              <a:off x="3095836" y="1808820"/>
              <a:ext cx="1584176" cy="216024"/>
            </a:xfrm>
            <a:prstGeom prst="rect">
              <a:avLst/>
            </a:prstGeom>
            <a:solidFill>
              <a:srgbClr val="007A9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925"/>
              <a:endParaRPr lang="es-ES_tradnl" sz="1800">
                <a:solidFill>
                  <a:srgbClr val="FFFFFF"/>
                </a:solidFill>
              </a:endParaRPr>
            </a:p>
          </p:txBody>
        </p:sp>
        <p:sp>
          <p:nvSpPr>
            <p:cNvPr id="17" name="Rectángulo 11"/>
            <p:cNvSpPr/>
            <p:nvPr/>
          </p:nvSpPr>
          <p:spPr>
            <a:xfrm rot="5400000">
              <a:off x="3095835" y="3392997"/>
              <a:ext cx="1584177" cy="216024"/>
            </a:xfrm>
            <a:prstGeom prst="rect">
              <a:avLst/>
            </a:prstGeom>
            <a:solidFill>
              <a:srgbClr val="62CDC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925"/>
              <a:endParaRPr lang="es-ES_tradnl" sz="1800">
                <a:solidFill>
                  <a:srgbClr val="FFFFFF"/>
                </a:solidFill>
              </a:endParaRPr>
            </a:p>
          </p:txBody>
        </p:sp>
        <p:sp>
          <p:nvSpPr>
            <p:cNvPr id="18" name="Rectángulo 12"/>
            <p:cNvSpPr/>
            <p:nvPr/>
          </p:nvSpPr>
          <p:spPr>
            <a:xfrm rot="5400000">
              <a:off x="3095835" y="4977173"/>
              <a:ext cx="1584178" cy="216024"/>
            </a:xfrm>
            <a:prstGeom prst="rect">
              <a:avLst/>
            </a:prstGeom>
            <a:solidFill>
              <a:srgbClr val="D4202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925"/>
              <a:endParaRPr lang="es-ES_tradnl" sz="1800">
                <a:solidFill>
                  <a:srgbClr val="FFFFFF"/>
                </a:solidFill>
              </a:endParaRPr>
            </a:p>
          </p:txBody>
        </p:sp>
        <p:sp>
          <p:nvSpPr>
            <p:cNvPr id="19" name="Rectángulo 13"/>
            <p:cNvSpPr/>
            <p:nvPr/>
          </p:nvSpPr>
          <p:spPr>
            <a:xfrm rot="5400000">
              <a:off x="3095836" y="6561348"/>
              <a:ext cx="1584176" cy="216024"/>
            </a:xfrm>
            <a:prstGeom prst="rect">
              <a:avLst/>
            </a:prstGeom>
            <a:solidFill>
              <a:srgbClr val="EDAB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6925"/>
              <a:endParaRPr lang="es-ES_tradnl" sz="1800">
                <a:solidFill>
                  <a:srgbClr val="FFFFFF"/>
                </a:solidFill>
              </a:endParaRPr>
            </a:p>
          </p:txBody>
        </p:sp>
      </p:grp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623392" y="5733451"/>
            <a:ext cx="5073600" cy="212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FontTx/>
              <a:buNone/>
              <a:defRPr kumimoji="0" lang="en-US" altLang="zh-CN" sz="1400" b="0" i="0" u="none" strike="noStrike" kern="1200" cap="none" spc="0" normalizeH="0" baseline="0" noProof="1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defRPr>
            </a:lvl1pPr>
            <a:lvl2pPr marL="424494" indent="0">
              <a:buFontTx/>
              <a:buNone/>
              <a:defRPr sz="1400">
                <a:latin typeface="+mj-lt"/>
              </a:defRPr>
            </a:lvl2pPr>
            <a:lvl3pPr marL="712913" indent="0">
              <a:buFontTx/>
              <a:buNone/>
              <a:defRPr sz="1400">
                <a:latin typeface="+mj-lt"/>
              </a:defRPr>
            </a:lvl3pPr>
            <a:lvl4pPr marL="1158647" indent="0">
              <a:buFontTx/>
              <a:buNone/>
              <a:defRPr sz="1400">
                <a:latin typeface="+mj-lt"/>
              </a:defRPr>
            </a:lvl4pPr>
            <a:lvl5pPr marL="1828617" indent="0">
              <a:buFontTx/>
              <a:buNone/>
              <a:defRPr sz="1400">
                <a:latin typeface="+mj-lt"/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623392" y="5982820"/>
            <a:ext cx="5073600" cy="212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FontTx/>
              <a:buNone/>
              <a:defRPr kumimoji="0" lang="en-US" altLang="zh-CN" sz="1400" b="0" i="0" u="none" strike="noStrike" kern="1200" cap="none" spc="0" normalizeH="0" baseline="0" noProof="1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defRPr>
            </a:lvl1pPr>
            <a:lvl2pPr marL="424494" indent="0">
              <a:buFontTx/>
              <a:buNone/>
              <a:defRPr sz="1400">
                <a:latin typeface="+mj-lt"/>
              </a:defRPr>
            </a:lvl2pPr>
            <a:lvl3pPr marL="712913" indent="0">
              <a:buFontTx/>
              <a:buNone/>
              <a:defRPr sz="1400">
                <a:latin typeface="+mj-lt"/>
              </a:defRPr>
            </a:lvl3pPr>
            <a:lvl4pPr marL="1158647" indent="0">
              <a:buFontTx/>
              <a:buNone/>
              <a:defRPr sz="1400">
                <a:latin typeface="+mj-lt"/>
              </a:defRPr>
            </a:lvl4pPr>
            <a:lvl5pPr marL="1828617" indent="0">
              <a:buFontTx/>
              <a:buNone/>
              <a:defRPr sz="1400">
                <a:latin typeface="+mj-lt"/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623392" y="6232189"/>
            <a:ext cx="5073600" cy="21240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FontTx/>
              <a:buNone/>
              <a:defRPr kumimoji="0" lang="en-US" altLang="zh-CN" sz="1400" b="0" i="0" u="none" strike="noStrike" kern="1200" cap="none" spc="0" normalizeH="0" baseline="0" noProof="1" dirty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Trebuchet MS" panose="020B0603020202020204" pitchFamily="34" charset="0"/>
                <a:ea typeface="+mn-ea"/>
                <a:cs typeface="+mn-cs"/>
              </a:defRPr>
            </a:lvl1pPr>
            <a:lvl2pPr marL="424494" indent="0">
              <a:buFontTx/>
              <a:buNone/>
              <a:defRPr sz="1400">
                <a:latin typeface="+mj-lt"/>
              </a:defRPr>
            </a:lvl2pPr>
            <a:lvl3pPr marL="712913" indent="0">
              <a:buFontTx/>
              <a:buNone/>
              <a:defRPr sz="1400">
                <a:latin typeface="+mj-lt"/>
              </a:defRPr>
            </a:lvl3pPr>
            <a:lvl4pPr marL="1158647" indent="0">
              <a:buFontTx/>
              <a:buNone/>
              <a:defRPr sz="1400">
                <a:latin typeface="+mj-lt"/>
              </a:defRPr>
            </a:lvl4pPr>
            <a:lvl5pPr marL="1828617" indent="0">
              <a:buFontTx/>
              <a:buNone/>
              <a:defRPr sz="1400">
                <a:latin typeface="+mj-lt"/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pic>
        <p:nvPicPr>
          <p:cNvPr id="21" name="Imagen 20"/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645327" y="35425"/>
            <a:ext cx="1373441" cy="1351406"/>
          </a:xfrm>
          <a:prstGeom prst="rect">
            <a:avLst/>
          </a:prstGeom>
        </p:spPr>
      </p:pic>
      <p:pic>
        <p:nvPicPr>
          <p:cNvPr id="24" name="Imagen 1" descr="LOS_PELAMBRES_HOR.jpg"/>
          <p:cNvPicPr>
            <a:picLocks noChangeAspect="1"/>
          </p:cNvPicPr>
          <p:nvPr userDrawn="1"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69358" y="5343653"/>
            <a:ext cx="3843838" cy="1433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975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4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551" y="789"/>
            <a:ext cx="10389440" cy="6671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pic>
        <p:nvPicPr>
          <p:cNvPr id="5" name="Imagen 4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767"/>
          <a:stretch/>
        </p:blipFill>
        <p:spPr>
          <a:xfrm>
            <a:off x="11545983" y="6133498"/>
            <a:ext cx="481752" cy="435833"/>
          </a:xfrm>
          <a:prstGeom prst="rect">
            <a:avLst/>
          </a:prstGeom>
        </p:spPr>
      </p:pic>
      <p:sp>
        <p:nvSpPr>
          <p:cNvPr id="4" name="Rectángulo 10">
            <a:extLst>
              <a:ext uri="{FF2B5EF4-FFF2-40B4-BE49-F238E27FC236}">
                <a16:creationId xmlns:a16="http://schemas.microsoft.com/office/drawing/2014/main" id="{6250ABD0-3871-4259-AC0D-B2B6E404437E}"/>
              </a:ext>
            </a:extLst>
          </p:cNvPr>
          <p:cNvSpPr/>
          <p:nvPr userDrawn="1"/>
        </p:nvSpPr>
        <p:spPr bwMode="auto">
          <a:xfrm>
            <a:off x="11616000" y="758824"/>
            <a:ext cx="576000" cy="36000"/>
          </a:xfrm>
          <a:prstGeom prst="rect">
            <a:avLst/>
          </a:prstGeom>
          <a:solidFill>
            <a:srgbClr val="007A9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6320">
              <a:defRPr/>
            </a:pPr>
            <a:endParaRPr lang="es-AR" sz="1800">
              <a:solidFill>
                <a:srgbClr val="FFFFFF"/>
              </a:solidFill>
            </a:endParaRPr>
          </a:p>
        </p:txBody>
      </p:sp>
      <p:sp>
        <p:nvSpPr>
          <p:cNvPr id="6" name="Rectángulo 11">
            <a:extLst>
              <a:ext uri="{FF2B5EF4-FFF2-40B4-BE49-F238E27FC236}">
                <a16:creationId xmlns:a16="http://schemas.microsoft.com/office/drawing/2014/main" id="{600252D5-09E1-4D2F-A586-DA016DC09957}"/>
              </a:ext>
            </a:extLst>
          </p:cNvPr>
          <p:cNvSpPr/>
          <p:nvPr userDrawn="1"/>
        </p:nvSpPr>
        <p:spPr bwMode="auto">
          <a:xfrm>
            <a:off x="11616000" y="815975"/>
            <a:ext cx="576000" cy="36000"/>
          </a:xfrm>
          <a:prstGeom prst="rect">
            <a:avLst/>
          </a:prstGeom>
          <a:solidFill>
            <a:srgbClr val="62CD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6320">
              <a:defRPr/>
            </a:pPr>
            <a:endParaRPr lang="es-AR" sz="1800">
              <a:solidFill>
                <a:srgbClr val="FFFFFF"/>
              </a:solidFill>
            </a:endParaRPr>
          </a:p>
        </p:txBody>
      </p:sp>
      <p:sp>
        <p:nvSpPr>
          <p:cNvPr id="7" name="Rectángulo 12">
            <a:extLst>
              <a:ext uri="{FF2B5EF4-FFF2-40B4-BE49-F238E27FC236}">
                <a16:creationId xmlns:a16="http://schemas.microsoft.com/office/drawing/2014/main" id="{12FF9D7E-1E6A-4818-B05C-781CF3F37BDD}"/>
              </a:ext>
            </a:extLst>
          </p:cNvPr>
          <p:cNvSpPr/>
          <p:nvPr userDrawn="1"/>
        </p:nvSpPr>
        <p:spPr bwMode="auto">
          <a:xfrm>
            <a:off x="11616000" y="873126"/>
            <a:ext cx="576000" cy="36000"/>
          </a:xfrm>
          <a:prstGeom prst="rect">
            <a:avLst/>
          </a:prstGeom>
          <a:solidFill>
            <a:srgbClr val="D420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6320">
              <a:defRPr/>
            </a:pPr>
            <a:endParaRPr lang="es-AR" sz="1800">
              <a:solidFill>
                <a:srgbClr val="FFFFFF"/>
              </a:solidFill>
            </a:endParaRPr>
          </a:p>
        </p:txBody>
      </p:sp>
      <p:sp>
        <p:nvSpPr>
          <p:cNvPr id="8" name="Rectángulo 13">
            <a:extLst>
              <a:ext uri="{FF2B5EF4-FFF2-40B4-BE49-F238E27FC236}">
                <a16:creationId xmlns:a16="http://schemas.microsoft.com/office/drawing/2014/main" id="{EB8A7699-A145-4164-AD93-AC5D58419B7E}"/>
              </a:ext>
            </a:extLst>
          </p:cNvPr>
          <p:cNvSpPr/>
          <p:nvPr userDrawn="1"/>
        </p:nvSpPr>
        <p:spPr bwMode="auto">
          <a:xfrm>
            <a:off x="11616000" y="930277"/>
            <a:ext cx="576000" cy="36000"/>
          </a:xfrm>
          <a:prstGeom prst="rect">
            <a:avLst/>
          </a:prstGeom>
          <a:solidFill>
            <a:srgbClr val="ED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56320">
              <a:defRPr/>
            </a:pPr>
            <a:endParaRPr lang="es-AR" sz="1800">
              <a:solidFill>
                <a:srgbClr val="FFFFFF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20889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551" y="789"/>
            <a:ext cx="10389440" cy="6671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8532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551" y="789"/>
            <a:ext cx="10389440" cy="6671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0"/>
          </p:nvPr>
        </p:nvSpPr>
        <p:spPr>
          <a:xfrm>
            <a:off x="226485" y="874644"/>
            <a:ext cx="11823700" cy="5803970"/>
          </a:xfrm>
          <a:prstGeom prst="rect">
            <a:avLst/>
          </a:prstGeom>
        </p:spPr>
        <p:txBody>
          <a:bodyPr/>
          <a:lstStyle>
            <a:lvl1pPr marL="185738" indent="-185738">
              <a:defRPr/>
            </a:lvl1pPr>
            <a:lvl2pPr marL="357188" indent="-109538">
              <a:buSzPct val="105000"/>
              <a:defRPr/>
            </a:lvl2pPr>
            <a:lvl3pPr marL="715963" indent="-188913">
              <a:defRPr sz="1500"/>
            </a:lvl3pPr>
            <a:lvl4pPr marL="981075" indent="-100013">
              <a:defRPr sz="1400"/>
            </a:lvl4pPr>
            <a:lvl5pPr marL="1258888" indent="-146050">
              <a:defRPr sz="1400" b="1"/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87447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5551" y="789"/>
            <a:ext cx="10389440" cy="6671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4" name="Marcador de texto 3"/>
          <p:cNvSpPr>
            <a:spLocks noGrp="1"/>
          </p:cNvSpPr>
          <p:nvPr>
            <p:ph type="body" sz="quarter" idx="10"/>
          </p:nvPr>
        </p:nvSpPr>
        <p:spPr>
          <a:xfrm>
            <a:off x="226483" y="1325218"/>
            <a:ext cx="5760000" cy="5364000"/>
          </a:xfrm>
          <a:prstGeom prst="rect">
            <a:avLst/>
          </a:prstGeom>
        </p:spPr>
        <p:txBody>
          <a:bodyPr/>
          <a:lstStyle>
            <a:lvl1pPr marL="185738" indent="-185738">
              <a:defRPr/>
            </a:lvl1pPr>
            <a:lvl2pPr marL="357188" indent="-109538">
              <a:buSzPct val="105000"/>
              <a:defRPr/>
            </a:lvl2pPr>
            <a:lvl3pPr marL="715963" indent="-188913">
              <a:defRPr sz="1500"/>
            </a:lvl3pPr>
            <a:lvl4pPr marL="981075" indent="-100013">
              <a:defRPr sz="1400"/>
            </a:lvl4pPr>
            <a:lvl5pPr marL="1258888" indent="-146050">
              <a:defRPr sz="1400" b="1"/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texto 5"/>
          <p:cNvSpPr>
            <a:spLocks noGrp="1"/>
          </p:cNvSpPr>
          <p:nvPr>
            <p:ph type="body" sz="quarter" idx="11"/>
          </p:nvPr>
        </p:nvSpPr>
        <p:spPr>
          <a:xfrm>
            <a:off x="6166035" y="1325563"/>
            <a:ext cx="5760000" cy="5364000"/>
          </a:xfrm>
          <a:prstGeom prst="rect">
            <a:avLst/>
          </a:prstGeom>
        </p:spPr>
        <p:txBody>
          <a:bodyPr vert="horz" lIns="85195" tIns="42597" rIns="85195" bIns="42597" rtlCol="0">
            <a:normAutofit/>
          </a:bodyPr>
          <a:lstStyle>
            <a:lvl1pPr>
              <a:defRPr lang="es-ES" smtClean="0"/>
            </a:lvl1pPr>
            <a:lvl2pPr>
              <a:defRPr lang="es-ES" smtClean="0"/>
            </a:lvl2pPr>
            <a:lvl3pPr>
              <a:defRPr lang="es-ES" sz="1500" smtClean="0"/>
            </a:lvl3pPr>
            <a:lvl4pPr>
              <a:defRPr lang="es-ES" sz="1400" smtClean="0"/>
            </a:lvl4pPr>
            <a:lvl5pPr>
              <a:defRPr lang="es-CL" sz="1400" b="1"/>
            </a:lvl5pPr>
          </a:lstStyle>
          <a:p>
            <a:pPr marL="185738" lvl="0" indent="-185738"/>
            <a:r>
              <a:rPr lang="es-ES"/>
              <a:t>Haga clic para modificar el estilo de texto del patrón</a:t>
            </a:r>
          </a:p>
          <a:p>
            <a:pPr marL="357188" lvl="1" indent="-109538">
              <a:buSzPct val="105000"/>
            </a:pPr>
            <a:r>
              <a:rPr lang="es-ES"/>
              <a:t>Segundo nivel</a:t>
            </a:r>
          </a:p>
          <a:p>
            <a:pPr marL="715963" lvl="2" indent="-188913"/>
            <a:r>
              <a:rPr lang="es-ES"/>
              <a:t>Tercer nivel</a:t>
            </a:r>
          </a:p>
          <a:p>
            <a:pPr marL="981075" lvl="3" indent="-100013"/>
            <a:r>
              <a:rPr lang="es-ES"/>
              <a:t>Cuarto nivel</a:t>
            </a:r>
          </a:p>
          <a:p>
            <a:pPr marL="1258888" lvl="4" indent="-146050"/>
            <a:r>
              <a:rPr lang="es-ES"/>
              <a:t>Quinto nivel</a:t>
            </a:r>
            <a:endParaRPr lang="es-CL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3327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ast Pag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431" y="2225662"/>
            <a:ext cx="3141138" cy="2406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16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5445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. Título y objetos (nivel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2 Marcador de contenido"/>
          <p:cNvSpPr>
            <a:spLocks noGrp="1"/>
          </p:cNvSpPr>
          <p:nvPr>
            <p:ph sz="quarter" idx="10"/>
          </p:nvPr>
        </p:nvSpPr>
        <p:spPr>
          <a:xfrm>
            <a:off x="327567" y="1105485"/>
            <a:ext cx="11536908" cy="5486399"/>
          </a:xfrm>
          <a:prstGeom prst="rect">
            <a:avLst/>
          </a:prstGeom>
        </p:spPr>
        <p:txBody>
          <a:bodyPr lIns="91264" tIns="45640" rIns="91264" bIns="45640"/>
          <a:lstStyle>
            <a:lvl1pPr marL="215584" indent="-269481">
              <a:lnSpc>
                <a:spcPct val="100000"/>
              </a:lnSpc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80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31169" indent="-267776">
              <a:lnSpc>
                <a:spcPct val="100000"/>
              </a:lnSpc>
              <a:spcAft>
                <a:spcPts val="600"/>
              </a:spcAft>
              <a:buClrTx/>
              <a:buFont typeface="Wingdings" panose="05000000000000000000" pitchFamily="2" charset="2"/>
              <a:buChar char="§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646760" indent="-269356">
              <a:lnSpc>
                <a:spcPct val="100000"/>
              </a:lnSpc>
              <a:spcAft>
                <a:spcPts val="600"/>
              </a:spcAft>
              <a:buClrTx/>
              <a:buFont typeface="Arial" panose="020B0604020202020204" pitchFamily="34" charset="0"/>
              <a:buChar char="−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862344" indent="-267776">
              <a:lnSpc>
                <a:spcPct val="100000"/>
              </a:lnSpc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077921" indent="-269356">
              <a:lnSpc>
                <a:spcPct val="100000"/>
              </a:lnSpc>
              <a:spcAft>
                <a:spcPts val="600"/>
              </a:spcAft>
              <a:buClrTx/>
              <a:buFont typeface="Wingdings" panose="05000000000000000000" pitchFamily="2" charset="2"/>
              <a:buChar char="§"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13" name="Marcador de título 1"/>
          <p:cNvSpPr>
            <a:spLocks noGrp="1"/>
          </p:cNvSpPr>
          <p:nvPr>
            <p:ph type="title"/>
          </p:nvPr>
        </p:nvSpPr>
        <p:spPr>
          <a:xfrm>
            <a:off x="335360" y="-6200"/>
            <a:ext cx="10306136" cy="720080"/>
          </a:xfrm>
          <a:prstGeom prst="rect">
            <a:avLst/>
          </a:prstGeom>
        </p:spPr>
        <p:txBody>
          <a:bodyPr vert="horz" lIns="91264" tIns="45640" rIns="91264" bIns="45640" rtlCol="0" anchor="ctr">
            <a:noAutofit/>
          </a:bodyPr>
          <a:lstStyle>
            <a:lvl1pPr>
              <a:defRPr sz="2400" b="0" baseline="0">
                <a:solidFill>
                  <a:srgbClr val="888B8D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4" name="Marcador de número de diapositiva 5"/>
          <p:cNvSpPr>
            <a:spLocks noGrp="1"/>
          </p:cNvSpPr>
          <p:nvPr>
            <p:ph type="sldNum" sz="quarter" idx="11"/>
          </p:nvPr>
        </p:nvSpPr>
        <p:spPr>
          <a:xfrm>
            <a:off x="11501967" y="6538913"/>
            <a:ext cx="670984" cy="215900"/>
          </a:xfrm>
          <a:prstGeom prst="rect">
            <a:avLst/>
          </a:prstGeom>
        </p:spPr>
        <p:txBody>
          <a:bodyPr/>
          <a:lstStyle>
            <a:lvl1pPr algn="ctr" fontAlgn="base">
              <a:spcBef>
                <a:spcPct val="0"/>
              </a:spcBef>
              <a:spcAft>
                <a:spcPct val="0"/>
              </a:spcAft>
              <a:defRPr sz="1000" b="1">
                <a:solidFill>
                  <a:srgbClr val="FFFFFF"/>
                </a:solidFill>
                <a:latin typeface="Trebuchet MS" pitchFamily="34" charset="0"/>
                <a:cs typeface="Arial" charset="0"/>
              </a:defRPr>
            </a:lvl1pPr>
          </a:lstStyle>
          <a:p>
            <a:pPr>
              <a:defRPr/>
            </a:pPr>
            <a:fld id="{3C194846-BCA6-488B-BEE8-4A30E8DB417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3948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83ABA8DC-DBC1-FECA-51A8-311843ED494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443" imgH="443" progId="TCLayout.ActiveDocument.1">
                  <p:embed/>
                </p:oleObj>
              </mc:Choice>
              <mc:Fallback>
                <p:oleObj name="Diapositiva de think-cell" r:id="rId3" imgW="443" imgH="443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3ABA8DC-DBC1-FECA-51A8-311843ED49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ROPUESTAppt_limpios_2_Mesa de trabajo 1 copia 23.jpg" descr="PROPUESTAppt_limpios_2_Mesa de trabajo 1 copia 23.jpg">
            <a:extLst>
              <a:ext uri="{FF2B5EF4-FFF2-40B4-BE49-F238E27FC236}">
                <a16:creationId xmlns:a16="http://schemas.microsoft.com/office/drawing/2014/main" id="{B280D1EA-4A76-C206-3904-F9A2912CFDD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605" r="60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" name="Logos_TODOS_ppt-06.png" descr="Logos_TODOS_ppt-06.png">
            <a:extLst>
              <a:ext uri="{FF2B5EF4-FFF2-40B4-BE49-F238E27FC236}">
                <a16:creationId xmlns:a16="http://schemas.microsoft.com/office/drawing/2014/main" id="{3F4A8CE5-DBC0-3BF7-1B24-7182BF6140A2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970352" y="216393"/>
            <a:ext cx="2069993" cy="83023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334B85-7A33-7DDB-5378-507227F33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467AD-D9BA-4319-AD2B-AEFA190A26A0}" type="datetime1">
              <a:rPr lang="es-CL" smtClean="0"/>
              <a:t>06-04-2026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DEE053-F152-3BF2-A172-A8392DD00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Plataforma de Foros de Modelo Operativo</a:t>
            </a:r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30B797B-7AE2-8079-798B-51E91633D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D0D6F-4A70-45F7-A586-322A1BF968CD}" type="slidenum">
              <a:rPr lang="es-CL" smtClean="0"/>
              <a:t>‹Nº›</a:t>
            </a:fld>
            <a:endParaRPr lang="es-CL"/>
          </a:p>
        </p:txBody>
      </p:sp>
      <p:sp>
        <p:nvSpPr>
          <p:cNvPr id="17" name="Título 16">
            <a:extLst>
              <a:ext uri="{FF2B5EF4-FFF2-40B4-BE49-F238E27FC236}">
                <a16:creationId xmlns:a16="http://schemas.microsoft.com/office/drawing/2014/main" id="{9841A38B-7390-10E3-832E-3BE002D3A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980497" cy="1325563"/>
          </a:xfrm>
        </p:spPr>
        <p:txBody>
          <a:bodyPr vert="horz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pic>
        <p:nvPicPr>
          <p:cNvPr id="7" name="Logos_TODOS_ppt-01.png" descr="Logos_TODOS_ppt-01.png">
            <a:extLst>
              <a:ext uri="{FF2B5EF4-FFF2-40B4-BE49-F238E27FC236}">
                <a16:creationId xmlns:a16="http://schemas.microsoft.com/office/drawing/2014/main" id="{E05F1590-FB63-6AC1-FD7F-D09A07EAABBB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970352" y="203405"/>
            <a:ext cx="2048786" cy="831600"/>
          </a:xfrm>
          <a:prstGeom prst="rect">
            <a:avLst/>
          </a:prstGeom>
          <a:ln w="12700">
            <a:miter lim="400000"/>
          </a:ln>
        </p:spPr>
      </p:pic>
      <p:sp>
        <p:nvSpPr>
          <p:cNvPr id="11" name="Marcador de SmartArt 10">
            <a:extLst>
              <a:ext uri="{FF2B5EF4-FFF2-40B4-BE49-F238E27FC236}">
                <a16:creationId xmlns:a16="http://schemas.microsoft.com/office/drawing/2014/main" id="{01527F07-393B-3592-E5B0-1CF07589A2BA}"/>
              </a:ext>
            </a:extLst>
          </p:cNvPr>
          <p:cNvSpPr>
            <a:spLocks noGrp="1"/>
          </p:cNvSpPr>
          <p:nvPr>
            <p:ph type="dgm" sz="quarter" idx="13"/>
          </p:nvPr>
        </p:nvSpPr>
        <p:spPr>
          <a:xfrm>
            <a:off x="2373313" y="2217738"/>
            <a:ext cx="7383462" cy="3570287"/>
          </a:xfrm>
        </p:spPr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24209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913980"/>
            <a:r>
              <a:rPr lang="es-CL">
                <a:solidFill>
                  <a:prstClr val="black">
                    <a:tint val="75000"/>
                  </a:prstClr>
                </a:solidFill>
              </a:rPr>
              <a:t>09-2019</a:t>
            </a: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pPr defTabSz="913980"/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pPr defTabSz="913980"/>
            <a:fld id="{45C89BD4-8210-7042-BFD1-E04EABEB8F5C}" type="slidenum">
              <a:rPr lang="es-CL" smtClean="0">
                <a:solidFill>
                  <a:prstClr val="black">
                    <a:tint val="75000"/>
                  </a:prstClr>
                </a:solidFill>
              </a:rPr>
              <a:pPr defTabSz="913980"/>
              <a:t>‹Nº›</a:t>
            </a:fld>
            <a:endParaRPr lang="es-C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399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AMS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>
            <a:extLst>
              <a:ext uri="{FF2B5EF4-FFF2-40B4-BE49-F238E27FC236}">
                <a16:creationId xmlns:a16="http://schemas.microsoft.com/office/drawing/2014/main" id="{4D3C68B4-075A-4DD7-9499-7C8E25F009E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961296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70" imgH="369" progId="TCLayout.ActiveDocument.1">
                  <p:embed/>
                </p:oleObj>
              </mc:Choice>
              <mc:Fallback>
                <p:oleObj name="Diapositiva de think-cell" r:id="rId4" imgW="370" imgH="369" progId="TCLayout.ActiveDocument.1">
                  <p:embed/>
                  <p:pic>
                    <p:nvPicPr>
                      <p:cNvPr id="7" name="Objeto 6" hidden="1">
                        <a:extLst>
                          <a:ext uri="{FF2B5EF4-FFF2-40B4-BE49-F238E27FC236}">
                            <a16:creationId xmlns:a16="http://schemas.microsoft.com/office/drawing/2014/main" id="{4D3C68B4-075A-4DD7-9499-7C8E25F009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ángulo 12" hidden="1">
            <a:extLst>
              <a:ext uri="{FF2B5EF4-FFF2-40B4-BE49-F238E27FC236}">
                <a16:creationId xmlns:a16="http://schemas.microsoft.com/office/drawing/2014/main" id="{1B786B24-E1E9-4BD8-9307-31D5DD51F5AA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rtl="0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s-CL" sz="2400" b="1" i="0" baseline="0">
              <a:latin typeface="Arial" panose="020B0604020202020204" pitchFamily="34" charset="0"/>
              <a:ea typeface="+mj-ea"/>
              <a:cs typeface="+mj-cs"/>
              <a:sym typeface="Arial" panose="020B0604020202020204" pitchFamily="34" charset="0"/>
            </a:endParaRPr>
          </a:p>
        </p:txBody>
      </p:sp>
      <p:sp>
        <p:nvSpPr>
          <p:cNvPr id="32" name="Marcador de número de diapositiva 5">
            <a:extLst>
              <a:ext uri="{FF2B5EF4-FFF2-40B4-BE49-F238E27FC236}">
                <a16:creationId xmlns:a16="http://schemas.microsoft.com/office/drawing/2014/main" id="{05B13D13-4C01-DB6D-0950-CEB1592F3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29633" y="6628691"/>
            <a:ext cx="456016" cy="249160"/>
          </a:xfrm>
          <a:prstGeom prst="rect">
            <a:avLst/>
          </a:prstGeom>
          <a:noFill/>
        </p:spPr>
        <p:txBody>
          <a:bodyPr lIns="36000" rIns="36000" anchor="ctr"/>
          <a:lstStyle>
            <a:lvl1pPr algn="ctr" rtl="0">
              <a:defRPr sz="900">
                <a:solidFill>
                  <a:schemeClr val="accent5"/>
                </a:solidFill>
                <a:latin typeface="+mn-lt"/>
              </a:defRPr>
            </a:lvl1pPr>
          </a:lstStyle>
          <a:p>
            <a:fld id="{D7EE9179-3DCD-49BA-97EC-ACB1D38137BE}" type="slidenum">
              <a:rPr lang="es-CL" smtClean="0"/>
              <a:pPr/>
              <a:t>‹Nº›</a:t>
            </a:fld>
            <a:endParaRPr lang="es-CL"/>
          </a:p>
        </p:txBody>
      </p:sp>
      <p:sp>
        <p:nvSpPr>
          <p:cNvPr id="4" name="Marcador de pie de página 14">
            <a:extLst>
              <a:ext uri="{FF2B5EF4-FFF2-40B4-BE49-F238E27FC236}">
                <a16:creationId xmlns:a16="http://schemas.microsoft.com/office/drawing/2014/main" id="{DABCB53E-FDDE-BDC4-A34D-CC96BFEF9AD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545776" y="6210361"/>
            <a:ext cx="7590690" cy="365125"/>
          </a:xfrm>
          <a:prstGeom prst="rect">
            <a:avLst/>
          </a:prstGeom>
        </p:spPr>
        <p:txBody>
          <a:bodyPr/>
          <a:lstStyle>
            <a:lvl1pPr algn="l" rtl="0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3" name="Título 11">
            <a:extLst>
              <a:ext uri="{FF2B5EF4-FFF2-40B4-BE49-F238E27FC236}">
                <a16:creationId xmlns:a16="http://schemas.microsoft.com/office/drawing/2014/main" id="{530B971F-4280-3CB5-7143-E4C6E912A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710" y="256172"/>
            <a:ext cx="8776317" cy="491401"/>
          </a:xfrm>
          <a:prstGeom prst="rect">
            <a:avLst/>
          </a:prstGeom>
        </p:spPr>
        <p:txBody>
          <a:bodyPr vert="horz"/>
          <a:lstStyle>
            <a:lvl1pPr rtl="0"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s-CL"/>
              <a:t>[Título]</a:t>
            </a:r>
          </a:p>
        </p:txBody>
      </p:sp>
    </p:spTree>
    <p:extLst>
      <p:ext uri="{BB962C8B-B14F-4D97-AF65-F5344CB8AC3E}">
        <p14:creationId xmlns:p14="http://schemas.microsoft.com/office/powerpoint/2010/main" val="11436393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F1BF363-6266-487E-40B6-F623DB867FC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277276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3" imgW="347" imgH="346" progId="TCLayout.ActiveDocument.1">
                  <p:embed/>
                </p:oleObj>
              </mc:Choice>
              <mc:Fallback>
                <p:oleObj name="Diapositiva de think-cell" r:id="rId3" imgW="347" imgH="34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F1BF363-6266-487E-40B6-F623DB867FC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66F8411-A1AE-5BF7-9A2D-843729D9B49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vert="horz" anchor="b"/>
          <a:lstStyle>
            <a:lvl1pPr algn="ctr" rtl="0">
              <a:defRPr sz="6000"/>
            </a:lvl1pPr>
          </a:lstStyle>
          <a:p>
            <a:r>
              <a:rPr lang="es-CL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D7F061-4104-4220-0ED3-D4957E85E89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 rtl="0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CL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0EFD18-52CF-56A0-9C96-47BA01CAE0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BED635EA-3079-4726-80CF-E50DB2217309}" type="datetime1">
              <a:rPr lang="en-US" smtClean="0"/>
              <a:t>4/6/2026</a:t>
            </a:fld>
            <a:endParaRPr lang="es-C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7C3363-358D-AC3D-47DC-AEA59CF70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endParaRPr lang="es-C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A7F70-D7A9-9667-38CD-87D1FBF0D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>
            <a:lvl1pPr rtl="0">
              <a:defRPr/>
            </a:lvl1pPr>
          </a:lstStyle>
          <a:p>
            <a:fld id="{8084C026-3058-AD49-B629-4247FCA39E8E}" type="slidenum">
              <a:rPr lang="es-CL" smtClean="0"/>
              <a:pPr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78648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sv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3.xml"/><Relationship Id="rId20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7.jpeg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2.xml"/><Relationship Id="rId23" Type="http://schemas.openxmlformats.org/officeDocument/2006/relationships/image" Target="../media/image6.sv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1.xml"/><Relationship Id="rId22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A893BDC-1215-048E-EC28-E0FD4C1570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  <p:extLst>
              <p:ext uri="{D42A27DB-BD31-4B8C-83A1-F6EECF244321}">
                <p14:modId xmlns:p14="http://schemas.microsoft.com/office/powerpoint/2010/main" val="35790071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7" imgW="443" imgH="443" progId="TCLayout.ActiveDocument.1">
                  <p:embed/>
                </p:oleObj>
              </mc:Choice>
              <mc:Fallback>
                <p:oleObj name="Diapositiva de think-cell" r:id="rId17" imgW="443" imgH="443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A893BDC-1215-048E-EC28-E0FD4C1570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reatedFooter"/>
          <p:cNvSpPr txBox="1"/>
          <p:nvPr/>
        </p:nvSpPr>
        <p:spPr>
          <a:xfrm>
            <a:off x="10032347" y="6646419"/>
            <a:ext cx="1250342" cy="923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s-AR" sz="600">
                <a:solidFill>
                  <a:prstClr val="white"/>
                </a:solidFill>
              </a:rPr>
              <a:t>20170424 - Capacitación Usuarios v6</a:t>
            </a:r>
          </a:p>
        </p:txBody>
      </p:sp>
      <p:sp>
        <p:nvSpPr>
          <p:cNvPr id="2" name="OfficeCode"/>
          <p:cNvSpPr txBox="1"/>
          <p:nvPr/>
        </p:nvSpPr>
        <p:spPr>
          <a:xfrm>
            <a:off x="9651747" y="6646419"/>
            <a:ext cx="133050" cy="92333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r>
              <a:rPr lang="es-AR" sz="600">
                <a:solidFill>
                  <a:srgbClr val="DFF4F4"/>
                </a:solidFill>
              </a:rPr>
              <a:t>SAO</a:t>
            </a:r>
          </a:p>
        </p:txBody>
      </p:sp>
      <p:sp>
        <p:nvSpPr>
          <p:cNvPr id="22" name="Slide title"/>
          <p:cNvSpPr>
            <a:spLocks noGrp="1" noChangeArrowheads="1"/>
          </p:cNvSpPr>
          <p:nvPr>
            <p:ph type="title"/>
          </p:nvPr>
        </p:nvSpPr>
        <p:spPr bwMode="gray">
          <a:xfrm>
            <a:off x="166630" y="142619"/>
            <a:ext cx="8696731" cy="489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67082" bIns="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s-AR" noProof="1"/>
          </a:p>
        </p:txBody>
      </p:sp>
      <p:sp>
        <p:nvSpPr>
          <p:cNvPr id="5" name="Rectangle 4"/>
          <p:cNvSpPr/>
          <p:nvPr/>
        </p:nvSpPr>
        <p:spPr>
          <a:xfrm>
            <a:off x="1" y="6514012"/>
            <a:ext cx="12192004" cy="343989"/>
          </a:xfrm>
          <a:prstGeom prst="rect">
            <a:avLst/>
          </a:prstGeom>
          <a:solidFill>
            <a:srgbClr val="FFFFFF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es-AR" sz="2000">
              <a:solidFill>
                <a:srgbClr val="000000"/>
              </a:solidFill>
            </a:endParaRPr>
          </a:p>
        </p:txBody>
      </p:sp>
      <p:pic>
        <p:nvPicPr>
          <p:cNvPr id="8" name="Imagen 7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7E1C3401-DA9B-3ECC-14E8-385AD92B052D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6914" y="-47291"/>
            <a:ext cx="814851" cy="816888"/>
          </a:xfrm>
          <a:prstGeom prst="rect">
            <a:avLst/>
          </a:prstGeom>
        </p:spPr>
      </p:pic>
      <p:sp>
        <p:nvSpPr>
          <p:cNvPr id="14" name="Rectángulo 13">
            <a:extLst>
              <a:ext uri="{FF2B5EF4-FFF2-40B4-BE49-F238E27FC236}">
                <a16:creationId xmlns:a16="http://schemas.microsoft.com/office/drawing/2014/main" id="{707D4022-237A-4EE9-A2A7-13F5276F0251}"/>
              </a:ext>
            </a:extLst>
          </p:cNvPr>
          <p:cNvSpPr/>
          <p:nvPr userDrawn="1"/>
        </p:nvSpPr>
        <p:spPr bwMode="gray">
          <a:xfrm>
            <a:off x="10483224" y="750210"/>
            <a:ext cx="249759" cy="249759"/>
          </a:xfrm>
          <a:prstGeom prst="rect">
            <a:avLst/>
          </a:prstGeom>
          <a:solidFill>
            <a:srgbClr val="007A94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>
              <a:buNone/>
            </a:pPr>
            <a:endParaRPr lang="es-CL" sz="1050">
              <a:solidFill>
                <a:schemeClr val="bg1"/>
              </a:solidFill>
              <a:latin typeface="Univers Light" panose="020B0403020202020204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FFDC91C-8D8C-4532-8093-2A18E52506EB}"/>
              </a:ext>
            </a:extLst>
          </p:cNvPr>
          <p:cNvSpPr/>
          <p:nvPr userDrawn="1"/>
        </p:nvSpPr>
        <p:spPr bwMode="gray">
          <a:xfrm>
            <a:off x="10821311" y="750210"/>
            <a:ext cx="249759" cy="249759"/>
          </a:xfrm>
          <a:prstGeom prst="rect">
            <a:avLst/>
          </a:prstGeom>
          <a:solidFill>
            <a:srgbClr val="62CDCA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>
              <a:buNone/>
            </a:pPr>
            <a:endParaRPr lang="es-CL" sz="1050">
              <a:solidFill>
                <a:schemeClr val="bg1"/>
              </a:solidFill>
              <a:latin typeface="Univers Light" panose="020B0403020202020204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8A944E1-1D16-4BDE-908C-0242945C3EB4}"/>
              </a:ext>
            </a:extLst>
          </p:cNvPr>
          <p:cNvSpPr/>
          <p:nvPr userDrawn="1"/>
        </p:nvSpPr>
        <p:spPr bwMode="gray">
          <a:xfrm>
            <a:off x="11159398" y="750210"/>
            <a:ext cx="249759" cy="249759"/>
          </a:xfrm>
          <a:prstGeom prst="rect">
            <a:avLst/>
          </a:prstGeom>
          <a:solidFill>
            <a:srgbClr val="D42029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>
              <a:buNone/>
            </a:pPr>
            <a:endParaRPr lang="es-CL" sz="1050">
              <a:solidFill>
                <a:schemeClr val="bg1"/>
              </a:solidFill>
              <a:latin typeface="Univers Light" panose="020B0403020202020204" pitchFamily="34" charset="0"/>
            </a:endParaRP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9990483-21C8-4D52-AECA-93C5A8A12DCA}"/>
              </a:ext>
            </a:extLst>
          </p:cNvPr>
          <p:cNvSpPr/>
          <p:nvPr userDrawn="1"/>
        </p:nvSpPr>
        <p:spPr bwMode="gray">
          <a:xfrm>
            <a:off x="11497486" y="750210"/>
            <a:ext cx="249759" cy="249759"/>
          </a:xfrm>
          <a:prstGeom prst="rect">
            <a:avLst/>
          </a:prstGeom>
          <a:solidFill>
            <a:srgbClr val="EDAB00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l">
              <a:buNone/>
            </a:pPr>
            <a:endParaRPr lang="es-CL" sz="1050">
              <a:solidFill>
                <a:schemeClr val="bg1"/>
              </a:solidFill>
              <a:latin typeface="Univers Light" panose="020B0403020202020204" pitchFamily="34" charset="0"/>
            </a:endParaRP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A1A734D1-A275-4ABF-BE2B-0E5E328E9E60}"/>
              </a:ext>
            </a:extLst>
          </p:cNvPr>
          <p:cNvGrpSpPr/>
          <p:nvPr userDrawn="1"/>
        </p:nvGrpSpPr>
        <p:grpSpPr>
          <a:xfrm>
            <a:off x="11455016" y="5799286"/>
            <a:ext cx="684817" cy="1001298"/>
            <a:chOff x="4222719" y="3734637"/>
            <a:chExt cx="914400" cy="1336981"/>
          </a:xfrm>
        </p:grpSpPr>
        <p:pic>
          <p:nvPicPr>
            <p:cNvPr id="21" name="Gráfico 20" descr="Signo de intercalación hacia arriba contorno">
              <a:extLst>
                <a:ext uri="{FF2B5EF4-FFF2-40B4-BE49-F238E27FC236}">
                  <a16:creationId xmlns:a16="http://schemas.microsoft.com/office/drawing/2014/main" id="{915D6E35-F970-49E8-B025-B90326BFEF0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4222719" y="3734637"/>
              <a:ext cx="914400" cy="914400"/>
            </a:xfrm>
            <a:prstGeom prst="rect">
              <a:avLst/>
            </a:prstGeom>
          </p:spPr>
        </p:pic>
        <p:pic>
          <p:nvPicPr>
            <p:cNvPr id="26" name="Gráfico 25" descr="Signo de intercalación hacia arriba contorno">
              <a:extLst>
                <a:ext uri="{FF2B5EF4-FFF2-40B4-BE49-F238E27FC236}">
                  <a16:creationId xmlns:a16="http://schemas.microsoft.com/office/drawing/2014/main" id="{5BC99297-11F6-4E68-83E0-84914674F1C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4222719" y="4016357"/>
              <a:ext cx="914400" cy="914400"/>
            </a:xfrm>
            <a:prstGeom prst="rect">
              <a:avLst/>
            </a:prstGeom>
          </p:spPr>
        </p:pic>
        <p:pic>
          <p:nvPicPr>
            <p:cNvPr id="27" name="Gráfico 26" descr="Signo de intercalación hacia arriba contorno">
              <a:extLst>
                <a:ext uri="{FF2B5EF4-FFF2-40B4-BE49-F238E27FC236}">
                  <a16:creationId xmlns:a16="http://schemas.microsoft.com/office/drawing/2014/main" id="{096A9C52-EC11-4750-BB94-0827B77ABC9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4222719" y="3875497"/>
              <a:ext cx="914400" cy="914400"/>
            </a:xfrm>
            <a:prstGeom prst="rect">
              <a:avLst/>
            </a:prstGeom>
          </p:spPr>
        </p:pic>
        <p:pic>
          <p:nvPicPr>
            <p:cNvPr id="28" name="Gráfico 27" descr="Signo de intercalación hacia arriba contorno">
              <a:extLst>
                <a:ext uri="{FF2B5EF4-FFF2-40B4-BE49-F238E27FC236}">
                  <a16:creationId xmlns:a16="http://schemas.microsoft.com/office/drawing/2014/main" id="{1B799C6D-14FF-45FC-B269-FD1D248D28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4222719" y="4157218"/>
              <a:ext cx="914400" cy="914400"/>
            </a:xfrm>
            <a:prstGeom prst="rect">
              <a:avLst/>
            </a:prstGeom>
          </p:spPr>
        </p:pic>
      </p:grpSp>
      <p:sp>
        <p:nvSpPr>
          <p:cNvPr id="19" name="SlideNumber"/>
          <p:cNvSpPr/>
          <p:nvPr/>
        </p:nvSpPr>
        <p:spPr>
          <a:xfrm>
            <a:off x="11553775" y="6584584"/>
            <a:ext cx="504884" cy="216000"/>
          </a:xfrm>
          <a:prstGeom prst="roundRect">
            <a:avLst>
              <a:gd name="adj" fmla="val 0"/>
            </a:avLst>
          </a:prstGeom>
          <a:solidFill>
            <a:srgbClr val="888B8D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/>
          <a:lstStyle/>
          <a:p>
            <a:pPr algn="ctr"/>
            <a:fld id="{BB69BBE8-4DB2-4642-B003-B220ACD5A2FD}" type="slidenum">
              <a:rPr lang="es-AR" sz="1000" b="1" smtClean="0">
                <a:solidFill>
                  <a:prstClr val="white"/>
                </a:solidFill>
              </a:rPr>
              <a:pPr algn="ctr"/>
              <a:t>‹Nº›</a:t>
            </a:fld>
            <a:endParaRPr lang="es-AR" sz="1000" b="1">
              <a:solidFill>
                <a:prstClr val="white"/>
              </a:solidFill>
            </a:endParaRPr>
          </a:p>
        </p:txBody>
      </p:sp>
      <p:pic>
        <p:nvPicPr>
          <p:cNvPr id="6" name="Picture 2" descr="Image result for los pelambres logo">
            <a:extLst>
              <a:ext uri="{FF2B5EF4-FFF2-40B4-BE49-F238E27FC236}">
                <a16:creationId xmlns:a16="http://schemas.microsoft.com/office/drawing/2014/main" id="{BFA9B2D4-06C1-54AF-013E-6C1F3DDF8A5A}"/>
              </a:ext>
            </a:extLst>
          </p:cNvPr>
          <p:cNvPicPr>
            <a:picLocks noChangeAspect="1" noChangeArrowheads="1"/>
          </p:cNvPicPr>
          <p:nvPr userDrawn="1">
            <p:custDataLst>
              <p:tags r:id="rId16"/>
            </p:custDataLst>
          </p:nvPr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4" t="32739" r="9836" b="33928"/>
          <a:stretch>
            <a:fillRect/>
          </a:stretch>
        </p:blipFill>
        <p:spPr bwMode="auto">
          <a:xfrm>
            <a:off x="10623799" y="159230"/>
            <a:ext cx="1434860" cy="412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376D4591-8E17-4E33-B997-4381450A7F53}"/>
              </a:ext>
            </a:extLst>
          </p:cNvPr>
          <p:cNvCxnSpPr>
            <a:cxnSpLocks/>
          </p:cNvCxnSpPr>
          <p:nvPr userDrawn="1"/>
        </p:nvCxnSpPr>
        <p:spPr>
          <a:xfrm>
            <a:off x="166630" y="878779"/>
            <a:ext cx="1013743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97860A44-4286-4B87-8DB8-B188924B7B16}"/>
              </a:ext>
            </a:extLst>
          </p:cNvPr>
          <p:cNvCxnSpPr>
            <a:cxnSpLocks/>
          </p:cNvCxnSpPr>
          <p:nvPr userDrawn="1"/>
        </p:nvCxnSpPr>
        <p:spPr>
          <a:xfrm>
            <a:off x="11928489" y="872728"/>
            <a:ext cx="26034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4"/>
    </p:custDataLst>
    <p:extLst>
      <p:ext uri="{BB962C8B-B14F-4D97-AF65-F5344CB8AC3E}">
        <p14:creationId xmlns:p14="http://schemas.microsoft.com/office/powerpoint/2010/main" val="7917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</p:sldLayoutIdLst>
  <p:txStyles>
    <p:titleStyle>
      <a:lvl1pPr algn="l" defTabSz="914309" rtl="0" eaLnBrk="1" latinLnBrk="0" hangingPunct="1">
        <a:spcBef>
          <a:spcPct val="0"/>
        </a:spcBef>
        <a:buNone/>
        <a:defRPr sz="2400" b="1" kern="1200">
          <a:solidFill>
            <a:schemeClr val="tx2">
              <a:lumMod val="50000"/>
            </a:schemeClr>
          </a:solidFill>
          <a:latin typeface="Univers Light" panose="020B0403020202020204" pitchFamily="34" charset="0"/>
          <a:ea typeface="+mj-ea"/>
          <a:cs typeface="+mj-cs"/>
        </a:defRPr>
      </a:lvl1pPr>
    </p:titleStyle>
    <p:bodyStyle>
      <a:lvl1pPr marL="252922" marR="0" indent="-252922" algn="l" defTabSz="914068" rtl="0" eaLnBrk="1" fontAlgn="base" latinLnBrk="0" hangingPunct="1">
        <a:lnSpc>
          <a:spcPct val="100000"/>
        </a:lnSpc>
        <a:spcBef>
          <a:spcPct val="40000"/>
        </a:spcBef>
        <a:spcAft>
          <a:spcPct val="0"/>
        </a:spcAft>
        <a:buClr>
          <a:schemeClr val="tx1"/>
        </a:buClr>
        <a:buSzPct val="110000"/>
        <a:buFont typeface="Verdana" pitchFamily="34" charset="0"/>
        <a:buChar char="•"/>
        <a:tabLst/>
        <a:defRPr kumimoji="0" lang="en-US" altLang="zh-CN" sz="1800" b="0" i="0" u="none" strike="noStrike" kern="1200" cap="none" spc="0" normalizeH="0" baseline="0" noProof="1">
          <a:ln>
            <a:noFill/>
          </a:ln>
          <a:solidFill>
            <a:schemeClr val="tx1"/>
          </a:solidFill>
          <a:effectLst/>
          <a:uLnTx/>
          <a:uFillTx/>
          <a:latin typeface="+mn-lt"/>
          <a:ea typeface="+mn-ea"/>
          <a:cs typeface="+mn-cs"/>
        </a:defRPr>
      </a:lvl1pPr>
      <a:lvl2pPr marL="535425" marR="0" indent="-110931" algn="l" defTabSz="914068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SzPct val="110000"/>
        <a:buFont typeface="Courier New" panose="02070309020205020404" pitchFamily="49" charset="0"/>
        <a:buChar char="o"/>
        <a:tabLst/>
        <a:defRPr lang="en-CA" altLang="zh-CN" sz="1600" kern="1200" baseline="0" noProof="1">
          <a:solidFill>
            <a:schemeClr val="tx1"/>
          </a:solidFill>
          <a:latin typeface="+mn-lt"/>
          <a:ea typeface="+mn-ea"/>
          <a:cs typeface="+mn-cs"/>
        </a:defRPr>
      </a:lvl2pPr>
      <a:lvl3pPr marL="980626" marR="0" indent="-267713" algn="l" defTabSz="914068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tx1"/>
        </a:buClr>
        <a:buSzPct val="115000"/>
        <a:buFont typeface="Marlett" pitchFamily="2" charset="2"/>
        <a:buChar char="8"/>
        <a:tabLst/>
        <a:defRPr lang="zh-CN" altLang="en-US" sz="1600" kern="1200" noProof="1">
          <a:solidFill>
            <a:schemeClr val="tx1"/>
          </a:solidFill>
          <a:latin typeface="+mn-lt"/>
          <a:ea typeface="+mn-ea"/>
          <a:cs typeface="+mn-cs"/>
        </a:defRPr>
      </a:lvl3pPr>
      <a:lvl4pPr marL="1354595" marR="0" indent="-195948" algn="l" defTabSz="914309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>
          <a:schemeClr val="tx1"/>
        </a:buClr>
        <a:buSzTx/>
        <a:buFont typeface="Verdana" pitchFamily="34" charset="0"/>
        <a:buChar char="-"/>
        <a:tabLst/>
        <a:defRPr lang="en-CA" altLang="zh-CN"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95" indent="-228578" algn="l" defTabSz="914309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tx1"/>
          </a:solidFill>
          <a:latin typeface="Verdana" pitchFamily="34" charset="0"/>
          <a:ea typeface="+mn-ea"/>
          <a:cs typeface="+mn-cs"/>
        </a:defRPr>
      </a:lvl5pPr>
      <a:lvl6pPr marL="2514350" indent="-228578" algn="l" defTabSz="91430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04" indent="-228578" algn="l" defTabSz="91430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59" indent="-228578" algn="l" defTabSz="91430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813" indent="-228578" algn="l" defTabSz="914309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09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54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09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63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18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72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27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81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236" algn="l" defTabSz="91430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3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5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1.xml"/><Relationship Id="rId1" Type="http://schemas.openxmlformats.org/officeDocument/2006/relationships/tags" Target="../tags/tag14.xml"/><Relationship Id="rId5" Type="http://schemas.openxmlformats.org/officeDocument/2006/relationships/image" Target="../media/image18.emf"/><Relationship Id="rId4" Type="http://schemas.openxmlformats.org/officeDocument/2006/relationships/oleObject" Target="../embeddings/oleObject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43B43-2194-A813-4F4D-611FD7D02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hink-cell data - do not delete" hidden="1">
            <a:extLst>
              <a:ext uri="{FF2B5EF4-FFF2-40B4-BE49-F238E27FC236}">
                <a16:creationId xmlns:a16="http://schemas.microsoft.com/office/drawing/2014/main" id="{0EF5AABB-A77A-0FED-0C74-D9917226726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6" imgH="426" progId="TCLayout.ActiveDocument.1">
                  <p:embed/>
                </p:oleObj>
              </mc:Choice>
              <mc:Fallback>
                <p:oleObj name="Diapositiva de think-cell" r:id="rId4" imgW="426" imgH="426" progId="TCLayout.ActiveDocument.1">
                  <p:embed/>
                  <p:pic>
                    <p:nvPicPr>
                      <p:cNvPr id="2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EF5AABB-A77A-0FED-0C74-D9917226726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ítulo 2">
            <a:extLst>
              <a:ext uri="{FF2B5EF4-FFF2-40B4-BE49-F238E27FC236}">
                <a16:creationId xmlns:a16="http://schemas.microsoft.com/office/drawing/2014/main" id="{9CD2E469-869E-A7AA-7832-FF06CE8A0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551" y="48364"/>
            <a:ext cx="10389440" cy="667149"/>
          </a:xfrm>
        </p:spPr>
        <p:txBody>
          <a:bodyPr vert="horz"/>
          <a:lstStyle/>
          <a:p>
            <a:r>
              <a:rPr lang="es-MX" dirty="0">
                <a:solidFill>
                  <a:srgbClr val="007A94"/>
                </a:solidFill>
                <a:latin typeface="Montserrat" panose="00000500000000000000" pitchFamily="2" charset="0"/>
              </a:rPr>
              <a:t>Matriz Impacto Esfuerzo</a:t>
            </a:r>
            <a:endParaRPr lang="es-CL" dirty="0">
              <a:solidFill>
                <a:srgbClr val="007A94"/>
              </a:solidFill>
              <a:latin typeface="Montserrat" panose="00000500000000000000" pitchFamily="2" charset="0"/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4C1402F4-B6DD-E317-5E33-C42B3D5D8243}"/>
              </a:ext>
            </a:extLst>
          </p:cNvPr>
          <p:cNvSpPr/>
          <p:nvPr/>
        </p:nvSpPr>
        <p:spPr>
          <a:xfrm>
            <a:off x="11173097" y="5845658"/>
            <a:ext cx="1018903" cy="931817"/>
          </a:xfrm>
          <a:prstGeom prst="rect">
            <a:avLst/>
          </a:prstGeom>
          <a:solidFill>
            <a:schemeClr val="bg1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rebuchet MS"/>
              <a:ea typeface="+mn-ea"/>
              <a:cs typeface="+mn-cs"/>
            </a:endParaRPr>
          </a:p>
        </p:txBody>
      </p:sp>
      <p:sp>
        <p:nvSpPr>
          <p:cNvPr id="10" name="Rectangle 2">
            <a:extLst>
              <a:ext uri="{FF2B5EF4-FFF2-40B4-BE49-F238E27FC236}">
                <a16:creationId xmlns:a16="http://schemas.microsoft.com/office/drawing/2014/main" id="{C178AB27-8978-6406-E0BA-CB956698B167}"/>
              </a:ext>
            </a:extLst>
          </p:cNvPr>
          <p:cNvSpPr/>
          <p:nvPr/>
        </p:nvSpPr>
        <p:spPr>
          <a:xfrm>
            <a:off x="2098718" y="1249654"/>
            <a:ext cx="2666666" cy="1989903"/>
          </a:xfrm>
          <a:prstGeom prst="rect">
            <a:avLst/>
          </a:prstGeom>
          <a:solidFill>
            <a:srgbClr val="81D5D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51103309-640D-57F6-90DC-CFA41113BC9F}"/>
              </a:ext>
            </a:extLst>
          </p:cNvPr>
          <p:cNvSpPr/>
          <p:nvPr/>
        </p:nvSpPr>
        <p:spPr>
          <a:xfrm>
            <a:off x="4830701" y="1249654"/>
            <a:ext cx="2666666" cy="1989903"/>
          </a:xfrm>
          <a:prstGeom prst="rect">
            <a:avLst/>
          </a:prstGeom>
          <a:solidFill>
            <a:srgbClr val="FFCC6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36" name="Rectangle 6">
            <a:extLst>
              <a:ext uri="{FF2B5EF4-FFF2-40B4-BE49-F238E27FC236}">
                <a16:creationId xmlns:a16="http://schemas.microsoft.com/office/drawing/2014/main" id="{968FDDA1-399E-E1AE-90C9-9D52AC24E6DF}"/>
              </a:ext>
            </a:extLst>
          </p:cNvPr>
          <p:cNvSpPr/>
          <p:nvPr/>
        </p:nvSpPr>
        <p:spPr>
          <a:xfrm>
            <a:off x="7562684" y="1249655"/>
            <a:ext cx="2666666" cy="1989902"/>
          </a:xfrm>
          <a:prstGeom prst="rect">
            <a:avLst/>
          </a:prstGeom>
          <a:solidFill>
            <a:srgbClr val="E1595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38" name="Rectangle 8">
            <a:extLst>
              <a:ext uri="{FF2B5EF4-FFF2-40B4-BE49-F238E27FC236}">
                <a16:creationId xmlns:a16="http://schemas.microsoft.com/office/drawing/2014/main" id="{81CEBA6E-3740-0B99-C1EF-5FFC2E7E0BAC}"/>
              </a:ext>
            </a:extLst>
          </p:cNvPr>
          <p:cNvSpPr/>
          <p:nvPr/>
        </p:nvSpPr>
        <p:spPr>
          <a:xfrm>
            <a:off x="2098718" y="3297830"/>
            <a:ext cx="2666666" cy="1953040"/>
          </a:xfrm>
          <a:prstGeom prst="rect">
            <a:avLst/>
          </a:prstGeom>
          <a:solidFill>
            <a:srgbClr val="B7E7E6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0" name="Rectangle 10">
            <a:extLst>
              <a:ext uri="{FF2B5EF4-FFF2-40B4-BE49-F238E27FC236}">
                <a16:creationId xmlns:a16="http://schemas.microsoft.com/office/drawing/2014/main" id="{CC4CFD9F-D302-C871-05BB-60EB87E41B29}"/>
              </a:ext>
            </a:extLst>
          </p:cNvPr>
          <p:cNvSpPr/>
          <p:nvPr/>
        </p:nvSpPr>
        <p:spPr>
          <a:xfrm>
            <a:off x="4830701" y="3297830"/>
            <a:ext cx="2666666" cy="1953040"/>
          </a:xfrm>
          <a:prstGeom prst="rect">
            <a:avLst/>
          </a:prstGeom>
          <a:solidFill>
            <a:srgbClr val="FFDB7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lvl="0">
              <a:lnSpc>
                <a:spcPct val="150000"/>
              </a:lnSpc>
              <a:spcAft>
                <a:spcPts val="100"/>
              </a:spcAft>
              <a:defRPr/>
            </a:pPr>
            <a:r>
              <a:rPr lang="es-CL" sz="1000" b="1" dirty="0">
                <a:solidFill>
                  <a:schemeClr val="accent1">
                    <a:lumMod val="75000"/>
                  </a:schemeClr>
                </a:solidFill>
                <a:latin typeface="Montserrat" panose="00000500000000000000" pitchFamily="2" charset="0"/>
              </a:rPr>
              <a:t>[Q3-26] </a:t>
            </a:r>
            <a:r>
              <a:rPr lang="es-CL" sz="1000" dirty="0">
                <a:solidFill>
                  <a:srgbClr val="101010"/>
                </a:solidFill>
                <a:latin typeface="Montserrat" panose="00000500000000000000" pitchFamily="2" charset="0"/>
              </a:rPr>
              <a:t>Asistir con IA </a:t>
            </a:r>
            <a:r>
              <a:rPr lang="es-CL" sz="1000" dirty="0" err="1">
                <a:solidFill>
                  <a:srgbClr val="101010"/>
                </a:solidFill>
                <a:latin typeface="Montserrat" panose="00000500000000000000" pitchFamily="2" charset="0"/>
              </a:rPr>
              <a:t>Ev</a:t>
            </a:r>
            <a:r>
              <a:rPr lang="es-CL" sz="1000" dirty="0">
                <a:solidFill>
                  <a:srgbClr val="101010"/>
                </a:solidFill>
                <a:latin typeface="Montserrat" panose="00000500000000000000" pitchFamily="2" charset="0"/>
              </a:rPr>
              <a:t>. ESG</a:t>
            </a:r>
          </a:p>
          <a:p>
            <a:pPr>
              <a:lnSpc>
                <a:spcPct val="150000"/>
              </a:lnSpc>
              <a:spcAft>
                <a:spcPts val="100"/>
              </a:spcAft>
              <a:defRPr/>
            </a:pPr>
            <a:r>
              <a:rPr lang="es-CL" sz="1000" b="1" dirty="0">
                <a:solidFill>
                  <a:schemeClr val="accent1">
                    <a:lumMod val="75000"/>
                  </a:schemeClr>
                </a:solidFill>
                <a:latin typeface="Montserrat" panose="00000500000000000000" pitchFamily="2" charset="0"/>
              </a:rPr>
              <a:t>[Q3-26] </a:t>
            </a:r>
            <a:r>
              <a:rPr lang="es-CL" sz="1000" dirty="0">
                <a:solidFill>
                  <a:srgbClr val="101010"/>
                </a:solidFill>
                <a:latin typeface="Montserrat" panose="00000500000000000000" pitchFamily="2" charset="0"/>
              </a:rPr>
              <a:t>Liberaciones Pendientes</a:t>
            </a:r>
          </a:p>
          <a:p>
            <a:pPr>
              <a:lnSpc>
                <a:spcPct val="150000"/>
              </a:lnSpc>
              <a:spcAft>
                <a:spcPts val="100"/>
              </a:spcAft>
              <a:defRPr/>
            </a:pPr>
            <a:r>
              <a:rPr lang="es-CL" sz="1000" b="1" dirty="0">
                <a:solidFill>
                  <a:schemeClr val="accent1">
                    <a:lumMod val="75000"/>
                  </a:schemeClr>
                </a:solidFill>
                <a:latin typeface="Montserrat" panose="00000500000000000000" pitchFamily="2" charset="0"/>
              </a:rPr>
              <a:t>[Q4-26] </a:t>
            </a:r>
            <a:r>
              <a:rPr lang="es-CL" sz="1000" dirty="0">
                <a:solidFill>
                  <a:srgbClr val="101010"/>
                </a:solidFill>
                <a:latin typeface="Montserrat" panose="00000500000000000000" pitchFamily="2" charset="0"/>
              </a:rPr>
              <a:t>Asistir con IA </a:t>
            </a:r>
            <a:r>
              <a:rPr lang="es-CL" sz="1000" dirty="0" err="1">
                <a:solidFill>
                  <a:srgbClr val="101010"/>
                </a:solidFill>
                <a:latin typeface="Montserrat" panose="00000500000000000000" pitchFamily="2" charset="0"/>
              </a:rPr>
              <a:t>Ev</a:t>
            </a:r>
            <a:r>
              <a:rPr lang="es-CL" sz="1000" dirty="0">
                <a:solidFill>
                  <a:srgbClr val="101010"/>
                </a:solidFill>
                <a:latin typeface="Montserrat" panose="00000500000000000000" pitchFamily="2" charset="0"/>
              </a:rPr>
              <a:t>. SSO</a:t>
            </a:r>
          </a:p>
          <a:p>
            <a:pPr>
              <a:lnSpc>
                <a:spcPct val="150000"/>
              </a:lnSpc>
              <a:spcAft>
                <a:spcPts val="100"/>
              </a:spcAft>
              <a:defRPr/>
            </a:pPr>
            <a:r>
              <a:rPr lang="es-MX" sz="10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latin typeface="Montserrat" panose="00000500000000000000" pitchFamily="2" charset="0"/>
              </a:rPr>
              <a:t>[Q2-26] </a:t>
            </a:r>
            <a:r>
              <a:rPr lang="es-MX" sz="1000" dirty="0" err="1">
                <a:solidFill>
                  <a:srgbClr val="101010"/>
                </a:solidFill>
                <a:highlight>
                  <a:srgbClr val="FFFF00"/>
                </a:highlight>
                <a:latin typeface="Montserrat" panose="00000500000000000000" pitchFamily="2" charset="0"/>
              </a:rPr>
              <a:t>Skynav</a:t>
            </a:r>
            <a:r>
              <a:rPr lang="es-MX" sz="1000" dirty="0">
                <a:solidFill>
                  <a:srgbClr val="101010"/>
                </a:solidFill>
                <a:highlight>
                  <a:srgbClr val="FFFF00"/>
                </a:highlight>
                <a:latin typeface="Montserrat" panose="00000500000000000000" pitchFamily="2" charset="0"/>
              </a:rPr>
              <a:t> API datos GPS</a:t>
            </a:r>
          </a:p>
          <a:p>
            <a:pPr>
              <a:lnSpc>
                <a:spcPct val="150000"/>
              </a:lnSpc>
              <a:spcAft>
                <a:spcPts val="100"/>
              </a:spcAft>
              <a:defRPr/>
            </a:pPr>
            <a:r>
              <a:rPr lang="es-MX" sz="1000" b="1" dirty="0">
                <a:solidFill>
                  <a:schemeClr val="accent1">
                    <a:lumMod val="75000"/>
                  </a:schemeClr>
                </a:solidFill>
                <a:latin typeface="Montserrat" panose="00000500000000000000" pitchFamily="2" charset="0"/>
              </a:rPr>
              <a:t>[Q2-26] </a:t>
            </a:r>
            <a:r>
              <a:rPr lang="es-MX" sz="1000" dirty="0">
                <a:solidFill>
                  <a:srgbClr val="101010"/>
                </a:solidFill>
                <a:latin typeface="Montserrat" panose="00000500000000000000" pitchFamily="2" charset="0"/>
              </a:rPr>
              <a:t>Lectura GD</a:t>
            </a:r>
          </a:p>
          <a:p>
            <a:pPr>
              <a:lnSpc>
                <a:spcPct val="150000"/>
              </a:lnSpc>
              <a:spcAft>
                <a:spcPts val="100"/>
              </a:spcAft>
              <a:defRPr/>
            </a:pPr>
            <a:endParaRPr lang="es-MX" sz="1000" dirty="0">
              <a:solidFill>
                <a:srgbClr val="101010"/>
              </a:solidFill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/>
            </a:pPr>
            <a:endParaRPr lang="es-CL" sz="1000" dirty="0">
              <a:solidFill>
                <a:srgbClr val="101010"/>
              </a:solidFill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defRPr/>
            </a:pPr>
            <a:endParaRPr lang="es-CL" sz="1000" dirty="0">
              <a:solidFill>
                <a:srgbClr val="101010"/>
              </a:solidFill>
              <a:latin typeface="Montserrat" panose="00000500000000000000" pitchFamily="2" charset="0"/>
            </a:endParaRPr>
          </a:p>
          <a:p>
            <a:pPr lvl="0">
              <a:lnSpc>
                <a:spcPct val="150000"/>
              </a:lnSpc>
              <a:spcAft>
                <a:spcPts val="100"/>
              </a:spcAft>
              <a:defRPr/>
            </a:pPr>
            <a:endParaRPr lang="es-CL" sz="1000" dirty="0">
              <a:solidFill>
                <a:srgbClr val="101010"/>
              </a:solidFill>
              <a:latin typeface="Montserrat" panose="00000500000000000000" pitchFamily="2" charset="0"/>
            </a:endParaRPr>
          </a:p>
        </p:txBody>
      </p:sp>
      <p:sp>
        <p:nvSpPr>
          <p:cNvPr id="42" name="Rectangle 12">
            <a:extLst>
              <a:ext uri="{FF2B5EF4-FFF2-40B4-BE49-F238E27FC236}">
                <a16:creationId xmlns:a16="http://schemas.microsoft.com/office/drawing/2014/main" id="{0172093F-7956-76C5-9EE6-959884F7FDAF}"/>
              </a:ext>
            </a:extLst>
          </p:cNvPr>
          <p:cNvSpPr/>
          <p:nvPr/>
        </p:nvSpPr>
        <p:spPr>
          <a:xfrm>
            <a:off x="7562684" y="3297830"/>
            <a:ext cx="2666666" cy="195304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  <a:defRPr/>
            </a:pPr>
            <a:r>
              <a:rPr lang="es-CL" sz="1000" b="1" dirty="0">
                <a:solidFill>
                  <a:schemeClr val="accent1">
                    <a:lumMod val="75000"/>
                  </a:schemeClr>
                </a:solidFill>
                <a:latin typeface="Montserrat" panose="00000500000000000000" pitchFamily="2" charset="0"/>
              </a:rPr>
              <a:t>[Q1-27] </a:t>
            </a:r>
            <a:r>
              <a:rPr lang="es-CL" sz="1000" dirty="0">
                <a:solidFill>
                  <a:srgbClr val="FFFFFF"/>
                </a:solidFill>
                <a:latin typeface="Montserrat" panose="00000500000000000000" pitchFamily="2" charset="0"/>
              </a:rPr>
              <a:t>Asistir con IA </a:t>
            </a:r>
            <a:r>
              <a:rPr lang="es-CL" sz="1000" dirty="0" err="1">
                <a:solidFill>
                  <a:srgbClr val="FFFFFF"/>
                </a:solidFill>
                <a:latin typeface="Montserrat" panose="00000500000000000000" pitchFamily="2" charset="0"/>
              </a:rPr>
              <a:t>Ev</a:t>
            </a:r>
            <a:r>
              <a:rPr lang="es-CL" sz="1000" dirty="0">
                <a:solidFill>
                  <a:srgbClr val="FFFFFF"/>
                </a:solidFill>
                <a:latin typeface="Montserrat" panose="00000500000000000000" pitchFamily="2" charset="0"/>
              </a:rPr>
              <a:t>. Técnica</a:t>
            </a:r>
          </a:p>
          <a:p>
            <a:pPr>
              <a:lnSpc>
                <a:spcPct val="150000"/>
              </a:lnSpc>
              <a:defRPr/>
            </a:pPr>
            <a:r>
              <a:rPr lang="pt-BR" sz="1000" b="1" dirty="0">
                <a:solidFill>
                  <a:schemeClr val="accent1">
                    <a:lumMod val="75000"/>
                  </a:schemeClr>
                </a:solidFill>
                <a:latin typeface="Montserrat" panose="00000500000000000000" pitchFamily="2" charset="0"/>
              </a:rPr>
              <a:t>[Q4-26] </a:t>
            </a:r>
            <a:r>
              <a:rPr lang="pt-BR" sz="1000" dirty="0">
                <a:solidFill>
                  <a:schemeClr val="bg1"/>
                </a:solidFill>
                <a:latin typeface="Montserrat" panose="00000500000000000000" pitchFamily="2" charset="0"/>
              </a:rPr>
              <a:t>ZMM_005 para </a:t>
            </a:r>
            <a:r>
              <a:rPr lang="pt-BR" sz="1000" dirty="0" err="1">
                <a:solidFill>
                  <a:schemeClr val="bg1"/>
                </a:solidFill>
                <a:latin typeface="Montserrat" panose="00000500000000000000" pitchFamily="2" charset="0"/>
              </a:rPr>
              <a:t>aprobar</a:t>
            </a:r>
            <a:r>
              <a:rPr lang="pt-BR" sz="1000" dirty="0">
                <a:solidFill>
                  <a:schemeClr val="bg1"/>
                </a:solidFill>
                <a:latin typeface="Montserrat" panose="00000500000000000000" pitchFamily="2" charset="0"/>
              </a:rPr>
              <a:t> OST</a:t>
            </a:r>
          </a:p>
          <a:p>
            <a:pPr>
              <a:lnSpc>
                <a:spcPct val="150000"/>
              </a:lnSpc>
              <a:defRPr/>
            </a:pPr>
            <a:r>
              <a:rPr lang="es-CL" sz="1000" b="1" dirty="0">
                <a:solidFill>
                  <a:schemeClr val="accent1">
                    <a:lumMod val="75000"/>
                  </a:schemeClr>
                </a:solidFill>
                <a:latin typeface="Montserrat" panose="00000500000000000000" pitchFamily="2" charset="0"/>
              </a:rPr>
              <a:t>[Q4-26] </a:t>
            </a:r>
            <a:r>
              <a:rPr lang="es-CL" sz="1000" dirty="0">
                <a:solidFill>
                  <a:srgbClr val="FFFFFF"/>
                </a:solidFill>
                <a:latin typeface="Montserrat" panose="00000500000000000000" pitchFamily="2" charset="0"/>
              </a:rPr>
              <a:t>Asistir con IA </a:t>
            </a:r>
            <a:r>
              <a:rPr lang="es-CL" sz="1000" dirty="0" err="1">
                <a:solidFill>
                  <a:srgbClr val="FFFFFF"/>
                </a:solidFill>
                <a:latin typeface="Montserrat" panose="00000500000000000000" pitchFamily="2" charset="0"/>
              </a:rPr>
              <a:t>Ev</a:t>
            </a:r>
            <a:r>
              <a:rPr lang="es-CL" sz="1000" dirty="0">
                <a:solidFill>
                  <a:srgbClr val="FFFFFF"/>
                </a:solidFill>
                <a:latin typeface="Montserrat" panose="00000500000000000000" pitchFamily="2" charset="0"/>
              </a:rPr>
              <a:t>. Económica</a:t>
            </a:r>
          </a:p>
          <a:p>
            <a:pPr>
              <a:lnSpc>
                <a:spcPct val="150000"/>
              </a:lnSpc>
              <a:defRPr/>
            </a:pPr>
            <a:r>
              <a:rPr lang="es-CL" sz="1000" b="1" dirty="0">
                <a:solidFill>
                  <a:schemeClr val="accent1">
                    <a:lumMod val="75000"/>
                  </a:schemeClr>
                </a:solidFill>
                <a:latin typeface="Montserrat" panose="00000500000000000000" pitchFamily="2" charset="0"/>
              </a:rPr>
              <a:t>[Q4-26] </a:t>
            </a:r>
            <a:r>
              <a:rPr lang="es-CL" sz="1000" dirty="0">
                <a:solidFill>
                  <a:srgbClr val="FFFFFF"/>
                </a:solidFill>
                <a:latin typeface="Montserrat" panose="00000500000000000000" pitchFamily="2" charset="0"/>
              </a:rPr>
              <a:t>Automatizar Inventario de Cierre</a:t>
            </a:r>
          </a:p>
          <a:p>
            <a:pPr>
              <a:lnSpc>
                <a:spcPct val="150000"/>
              </a:lnSpc>
              <a:defRPr/>
            </a:pPr>
            <a:endParaRPr lang="es-CL" sz="1000" dirty="0">
              <a:solidFill>
                <a:srgbClr val="FFFFFF"/>
              </a:solidFill>
              <a:latin typeface="Montserrat" panose="00000500000000000000" pitchFamily="2" charset="0"/>
            </a:endParaRPr>
          </a:p>
          <a:p>
            <a:pPr>
              <a:lnSpc>
                <a:spcPct val="150000"/>
              </a:lnSpc>
              <a:defRPr/>
            </a:pPr>
            <a:endParaRPr lang="es-CL" sz="1000" dirty="0">
              <a:solidFill>
                <a:srgbClr val="FFFFFF"/>
              </a:solidFill>
              <a:latin typeface="Montserrat" panose="00000500000000000000" pitchFamily="2" charset="0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4" name="Rectangle 14">
            <a:extLst>
              <a:ext uri="{FF2B5EF4-FFF2-40B4-BE49-F238E27FC236}">
                <a16:creationId xmlns:a16="http://schemas.microsoft.com/office/drawing/2014/main" id="{10703AD9-12AA-B5E3-97F9-0756E59D7F6F}"/>
              </a:ext>
            </a:extLst>
          </p:cNvPr>
          <p:cNvSpPr/>
          <p:nvPr/>
        </p:nvSpPr>
        <p:spPr>
          <a:xfrm>
            <a:off x="2098718" y="5316184"/>
            <a:ext cx="2666666" cy="610760"/>
          </a:xfrm>
          <a:prstGeom prst="rect">
            <a:avLst/>
          </a:prstGeom>
          <a:solidFill>
            <a:srgbClr val="D0F0E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/>
            </a:pPr>
            <a:r>
              <a:rPr lang="es-CL" sz="1000" b="1" dirty="0">
                <a:solidFill>
                  <a:schemeClr val="accent1">
                    <a:lumMod val="75000"/>
                  </a:schemeClr>
                </a:solidFill>
                <a:latin typeface="Montserrat" panose="00000500000000000000" pitchFamily="2" charset="0"/>
              </a:rPr>
              <a:t>[Q3-26] </a:t>
            </a:r>
            <a:r>
              <a:rPr lang="es-CL" sz="1000" dirty="0">
                <a:solidFill>
                  <a:srgbClr val="101010"/>
                </a:solidFill>
                <a:latin typeface="Montserrat" panose="00000500000000000000" pitchFamily="2" charset="0"/>
              </a:rPr>
              <a:t>Reportabilidad Proveedores y PPFM centralizada</a:t>
            </a:r>
          </a:p>
          <a:p>
            <a:pPr>
              <a:defRPr/>
            </a:pPr>
            <a:r>
              <a:rPr lang="es-CL" sz="1000" b="1" dirty="0">
                <a:solidFill>
                  <a:schemeClr val="accent1">
                    <a:lumMod val="75000"/>
                  </a:schemeClr>
                </a:solidFill>
                <a:latin typeface="Montserrat" panose="00000500000000000000" pitchFamily="2" charset="0"/>
              </a:rPr>
              <a:t>[Q2-26] </a:t>
            </a:r>
            <a:r>
              <a:rPr lang="es-CL" sz="1000" dirty="0">
                <a:solidFill>
                  <a:srgbClr val="101010"/>
                </a:solidFill>
                <a:latin typeface="Montserrat" panose="00000500000000000000" pitchFamily="2" charset="0"/>
              </a:rPr>
              <a:t>Reporte liberadores pendientes SOFI</a:t>
            </a:r>
            <a:endParaRPr kumimoji="0" lang="es-CL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6" name="Rectangle 16">
            <a:extLst>
              <a:ext uri="{FF2B5EF4-FFF2-40B4-BE49-F238E27FC236}">
                <a16:creationId xmlns:a16="http://schemas.microsoft.com/office/drawing/2014/main" id="{0D81D69D-D8C4-0E1F-318A-4CCF0BEC5508}"/>
              </a:ext>
            </a:extLst>
          </p:cNvPr>
          <p:cNvSpPr/>
          <p:nvPr/>
        </p:nvSpPr>
        <p:spPr>
          <a:xfrm>
            <a:off x="4830701" y="5316184"/>
            <a:ext cx="2666666" cy="610760"/>
          </a:xfrm>
          <a:prstGeom prst="rect">
            <a:avLst/>
          </a:prstGeom>
          <a:solidFill>
            <a:srgbClr val="FFE8A7"/>
          </a:solidFill>
          <a:ln>
            <a:noFil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48" name="Rectangle 18">
            <a:extLst>
              <a:ext uri="{FF2B5EF4-FFF2-40B4-BE49-F238E27FC236}">
                <a16:creationId xmlns:a16="http://schemas.microsoft.com/office/drawing/2014/main" id="{DE4519E1-DC09-E842-1CD7-4F1B27DF19CF}"/>
              </a:ext>
            </a:extLst>
          </p:cNvPr>
          <p:cNvSpPr/>
          <p:nvPr/>
        </p:nvSpPr>
        <p:spPr>
          <a:xfrm>
            <a:off x="7562684" y="5316184"/>
            <a:ext cx="2666666" cy="61076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58" name="TextBox 28">
            <a:extLst>
              <a:ext uri="{FF2B5EF4-FFF2-40B4-BE49-F238E27FC236}">
                <a16:creationId xmlns:a16="http://schemas.microsoft.com/office/drawing/2014/main" id="{A165A7A3-3EAD-BE46-6F25-3E9FE1A669C6}"/>
              </a:ext>
            </a:extLst>
          </p:cNvPr>
          <p:cNvSpPr txBox="1"/>
          <p:nvPr/>
        </p:nvSpPr>
        <p:spPr>
          <a:xfrm>
            <a:off x="2098718" y="1249654"/>
            <a:ext cx="2754288" cy="216700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[Q2-26]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Automatizar Reporte de          Ahorros</a:t>
            </a:r>
          </a:p>
          <a:p>
            <a:pPr lvl="0">
              <a:lnSpc>
                <a:spcPct val="150000"/>
              </a:lnSpc>
              <a:spcAft>
                <a:spcPts val="100"/>
              </a:spcAft>
            </a:pPr>
            <a:r>
              <a:rPr lang="es-MX" sz="1000" b="1" dirty="0">
                <a:solidFill>
                  <a:schemeClr val="accent1">
                    <a:lumMod val="75000"/>
                  </a:schemeClr>
                </a:solidFill>
                <a:latin typeface="Montserrat" panose="00000500000000000000" pitchFamily="2" charset="0"/>
              </a:rPr>
              <a:t>[Q2-26]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Conectar Sourcing Plan con    Segmentación de Proveedores</a:t>
            </a:r>
          </a:p>
          <a:p>
            <a:pPr lvl="0">
              <a:lnSpc>
                <a:spcPct val="150000"/>
              </a:lnSpc>
              <a:spcAft>
                <a:spcPts val="100"/>
              </a:spcAft>
            </a:pPr>
            <a:r>
              <a:rPr lang="es-MX" sz="1000" b="1" dirty="0">
                <a:solidFill>
                  <a:schemeClr val="accent1">
                    <a:lumMod val="75000"/>
                  </a:schemeClr>
                </a:solidFill>
                <a:latin typeface="Montserrat" panose="00000500000000000000" pitchFamily="2" charset="0"/>
              </a:rPr>
              <a:t>[Q2-26]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Conectar ARIBA a Sourcing</a:t>
            </a:r>
          </a:p>
          <a:p>
            <a:pPr lvl="0">
              <a:lnSpc>
                <a:spcPct val="150000"/>
              </a:lnSpc>
              <a:spcAft>
                <a:spcPts val="100"/>
              </a:spcAft>
            </a:pPr>
            <a:r>
              <a:rPr lang="es-MX" sz="1000" b="1" dirty="0">
                <a:solidFill>
                  <a:schemeClr val="accent1">
                    <a:lumMod val="75000"/>
                  </a:schemeClr>
                </a:solidFill>
                <a:latin typeface="Montserrat" panose="00000500000000000000" pitchFamily="2" charset="0"/>
              </a:rPr>
              <a:t>[Q3-26] </a:t>
            </a:r>
            <a:r>
              <a:rPr lang="es-MX" sz="1000" dirty="0">
                <a:latin typeface="Montserrat" panose="00000500000000000000" pitchFamily="2" charset="0"/>
              </a:rPr>
              <a:t>Asistir con IA Reporte de Ahorros</a:t>
            </a:r>
          </a:p>
          <a:p>
            <a:pPr>
              <a:lnSpc>
                <a:spcPct val="150000"/>
              </a:lnSpc>
              <a:spcAft>
                <a:spcPts val="100"/>
              </a:spcAft>
            </a:pPr>
            <a:r>
              <a:rPr lang="es-MX" sz="1000" b="1" dirty="0">
                <a:solidFill>
                  <a:schemeClr val="accent1">
                    <a:lumMod val="75000"/>
                  </a:schemeClr>
                </a:solidFill>
                <a:latin typeface="Montserrat" panose="00000500000000000000" pitchFamily="2" charset="0"/>
              </a:rPr>
              <a:t>[Q2-26] </a:t>
            </a:r>
            <a:r>
              <a:rPr lang="es-MX" sz="1000" dirty="0">
                <a:solidFill>
                  <a:srgbClr val="101010"/>
                </a:solidFill>
                <a:latin typeface="Montserrat" panose="00000500000000000000" pitchFamily="2" charset="0"/>
              </a:rPr>
              <a:t>Flujo </a:t>
            </a:r>
            <a:r>
              <a:rPr lang="es-MX" sz="1000" dirty="0" err="1">
                <a:solidFill>
                  <a:srgbClr val="101010"/>
                </a:solidFill>
                <a:latin typeface="Montserrat" panose="00000500000000000000" pitchFamily="2" charset="0"/>
              </a:rPr>
              <a:t>Aprob</a:t>
            </a:r>
            <a:r>
              <a:rPr lang="es-MX" sz="1000" dirty="0">
                <a:solidFill>
                  <a:srgbClr val="101010"/>
                </a:solidFill>
                <a:latin typeface="Montserrat" panose="00000500000000000000" pitchFamily="2" charset="0"/>
              </a:rPr>
              <a:t>. Sol. Transportes</a:t>
            </a:r>
          </a:p>
          <a:p>
            <a:pPr lvl="0">
              <a:lnSpc>
                <a:spcPct val="150000"/>
              </a:lnSpc>
              <a:spcAft>
                <a:spcPts val="100"/>
              </a:spcAft>
            </a:pPr>
            <a:endParaRPr kumimoji="0" lang="es-MX" sz="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59" name="TextBox 29">
            <a:extLst>
              <a:ext uri="{FF2B5EF4-FFF2-40B4-BE49-F238E27FC236}">
                <a16:creationId xmlns:a16="http://schemas.microsoft.com/office/drawing/2014/main" id="{B9781780-F2B1-C8BE-AA1E-0DC087735C7B}"/>
              </a:ext>
            </a:extLst>
          </p:cNvPr>
          <p:cNvSpPr txBox="1"/>
          <p:nvPr/>
        </p:nvSpPr>
        <p:spPr>
          <a:xfrm>
            <a:off x="4759698" y="1203731"/>
            <a:ext cx="2868312" cy="1502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100"/>
              </a:spcAft>
            </a:pPr>
            <a:r>
              <a:rPr lang="es-CL" sz="1000" b="1" dirty="0">
                <a:solidFill>
                  <a:schemeClr val="accent1">
                    <a:lumMod val="75000"/>
                  </a:schemeClr>
                </a:solidFill>
                <a:latin typeface="Montserrat" panose="00000500000000000000" pitchFamily="2" charset="0"/>
              </a:rPr>
              <a:t>[Q2-26] </a:t>
            </a:r>
            <a:r>
              <a:rPr lang="es-CL" sz="1000" dirty="0">
                <a:solidFill>
                  <a:srgbClr val="101010"/>
                </a:solidFill>
                <a:latin typeface="Montserrat" panose="00000500000000000000" pitchFamily="2" charset="0"/>
              </a:rPr>
              <a:t>Mejoras Sourcing Plan</a:t>
            </a:r>
            <a:endParaRPr kumimoji="0" lang="es-CL" sz="10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s-CL" sz="1000" b="1" dirty="0">
                <a:solidFill>
                  <a:schemeClr val="accent1">
                    <a:lumMod val="75000"/>
                  </a:schemeClr>
                </a:solidFill>
                <a:latin typeface="Montserrat" panose="00000500000000000000" pitchFamily="2" charset="0"/>
              </a:rPr>
              <a:t>[Q3-26] </a:t>
            </a:r>
            <a:r>
              <a:rPr kumimoji="0" lang="es-CL" sz="1000" b="0" i="0" u="none" strike="noStrike" kern="1200" cap="none" spc="0" normalizeH="0" baseline="0" noProof="0" dirty="0">
                <a:ln>
                  <a:noFill/>
                </a:ln>
                <a:solidFill>
                  <a:srgbClr val="101010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Preparación set documental IA</a:t>
            </a:r>
          </a:p>
          <a:p>
            <a:pPr>
              <a:lnSpc>
                <a:spcPct val="150000"/>
              </a:lnSpc>
              <a:spcAft>
                <a:spcPts val="100"/>
              </a:spcAft>
              <a:defRPr/>
            </a:pPr>
            <a:r>
              <a:rPr lang="es-CL" sz="1000" b="1" dirty="0">
                <a:solidFill>
                  <a:schemeClr val="accent1">
                    <a:lumMod val="75000"/>
                  </a:schemeClr>
                </a:solidFill>
                <a:latin typeface="Montserrat" panose="00000500000000000000" pitchFamily="2" charset="0"/>
              </a:rPr>
              <a:t>[Q2-26] </a:t>
            </a:r>
            <a:r>
              <a:rPr lang="es-CL" sz="1000" dirty="0">
                <a:solidFill>
                  <a:srgbClr val="101010"/>
                </a:solidFill>
                <a:latin typeface="Montserrat" panose="00000500000000000000" pitchFamily="2" charset="0"/>
              </a:rPr>
              <a:t>Repositorio GAF</a:t>
            </a:r>
          </a:p>
          <a:p>
            <a:pPr>
              <a:lnSpc>
                <a:spcPct val="150000"/>
              </a:lnSpc>
              <a:spcAft>
                <a:spcPts val="100"/>
              </a:spcAft>
              <a:defRPr/>
            </a:pPr>
            <a:r>
              <a:rPr lang="es-CL" sz="1000" b="1" dirty="0">
                <a:solidFill>
                  <a:schemeClr val="accent1">
                    <a:lumMod val="75000"/>
                  </a:schemeClr>
                </a:solidFill>
                <a:highlight>
                  <a:srgbClr val="FFFF00"/>
                </a:highlight>
                <a:latin typeface="Montserrat" panose="00000500000000000000" pitchFamily="2" charset="0"/>
              </a:rPr>
              <a:t>[Q3-26] </a:t>
            </a:r>
            <a:r>
              <a:rPr lang="es-CL" sz="1000" dirty="0">
                <a:solidFill>
                  <a:srgbClr val="101010"/>
                </a:solidFill>
                <a:highlight>
                  <a:srgbClr val="FFFF00"/>
                </a:highlight>
                <a:latin typeface="Montserrat" panose="00000500000000000000" pitchFamily="2" charset="0"/>
              </a:rPr>
              <a:t>Video analítica seguridad industrial</a:t>
            </a:r>
          </a:p>
          <a:p>
            <a:pPr>
              <a:lnSpc>
                <a:spcPct val="150000"/>
              </a:lnSpc>
              <a:spcAft>
                <a:spcPts val="100"/>
              </a:spcAft>
            </a:pPr>
            <a:r>
              <a:rPr lang="es-CL" sz="1000" b="1" dirty="0">
                <a:solidFill>
                  <a:schemeClr val="tx2"/>
                </a:solidFill>
                <a:latin typeface="Montserrat" panose="00000500000000000000" pitchFamily="2" charset="0"/>
              </a:rPr>
              <a:t>[Q4-26] </a:t>
            </a:r>
            <a:r>
              <a:rPr lang="es-CL" sz="1000" dirty="0">
                <a:solidFill>
                  <a:schemeClr val="tx2"/>
                </a:solidFill>
                <a:latin typeface="Montserrat" panose="00000500000000000000" pitchFamily="2" charset="0"/>
              </a:rPr>
              <a:t>Automatizar Control de procesos</a:t>
            </a:r>
          </a:p>
        </p:txBody>
      </p:sp>
      <p:sp>
        <p:nvSpPr>
          <p:cNvPr id="60" name="TextBox 30">
            <a:extLst>
              <a:ext uri="{FF2B5EF4-FFF2-40B4-BE49-F238E27FC236}">
                <a16:creationId xmlns:a16="http://schemas.microsoft.com/office/drawing/2014/main" id="{A8208BFC-22D8-F55B-6F95-3ACE38CF90EC}"/>
              </a:ext>
            </a:extLst>
          </p:cNvPr>
          <p:cNvSpPr txBox="1"/>
          <p:nvPr/>
        </p:nvSpPr>
        <p:spPr>
          <a:xfrm>
            <a:off x="2178908" y="3297830"/>
            <a:ext cx="2651793" cy="2157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s-MX" sz="1000" b="1" dirty="0">
                <a:solidFill>
                  <a:schemeClr val="accent1">
                    <a:lumMod val="75000"/>
                  </a:schemeClr>
                </a:solidFill>
                <a:latin typeface="Montserrat" panose="00000500000000000000" pitchFamily="2" charset="0"/>
              </a:rPr>
              <a:t>[Q3-26]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srgbClr val="101010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Automatización reporte escrituración SOFI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s-MX" sz="1000" b="1" dirty="0">
                <a:solidFill>
                  <a:schemeClr val="accent1">
                    <a:lumMod val="75000"/>
                  </a:schemeClr>
                </a:solidFill>
                <a:latin typeface="Montserrat" panose="00000500000000000000" pitchFamily="2" charset="0"/>
              </a:rPr>
              <a:t>[Q3-26]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srgbClr val="101010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Automatización reporte cierre contratos</a:t>
            </a:r>
          </a:p>
          <a:p>
            <a:pPr>
              <a:lnSpc>
                <a:spcPct val="150000"/>
              </a:lnSpc>
              <a:spcAft>
                <a:spcPts val="100"/>
              </a:spcAft>
            </a:pPr>
            <a:r>
              <a:rPr lang="es-MX" sz="1000" b="1" dirty="0">
                <a:solidFill>
                  <a:schemeClr val="accent1">
                    <a:lumMod val="75000"/>
                  </a:schemeClr>
                </a:solidFill>
                <a:latin typeface="Montserrat" panose="00000500000000000000" pitchFamily="2" charset="0"/>
              </a:rPr>
              <a:t>[Q4-26] </a:t>
            </a:r>
            <a:r>
              <a:rPr lang="es-MX" sz="1000" dirty="0">
                <a:solidFill>
                  <a:srgbClr val="101010"/>
                </a:solidFill>
                <a:latin typeface="Montserrat" panose="00000500000000000000" pitchFamily="2" charset="0"/>
              </a:rPr>
              <a:t>PPT Express con IA</a:t>
            </a:r>
          </a:p>
          <a:p>
            <a:pPr>
              <a:lnSpc>
                <a:spcPct val="150000"/>
              </a:lnSpc>
              <a:spcAft>
                <a:spcPts val="100"/>
              </a:spcAft>
            </a:pPr>
            <a:r>
              <a:rPr lang="es-MX" sz="1000" b="1" dirty="0">
                <a:solidFill>
                  <a:schemeClr val="accent1">
                    <a:lumMod val="75000"/>
                  </a:schemeClr>
                </a:solidFill>
                <a:latin typeface="Montserrat" panose="00000500000000000000" pitchFamily="2" charset="0"/>
              </a:rPr>
              <a:t>[Q2-27] </a:t>
            </a:r>
            <a:r>
              <a:rPr lang="es-MX" sz="1000" dirty="0">
                <a:solidFill>
                  <a:srgbClr val="101010"/>
                </a:solidFill>
                <a:latin typeface="Montserrat" panose="00000500000000000000" pitchFamily="2" charset="0"/>
              </a:rPr>
              <a:t>Creación de Videos Tutoriales de procesos</a:t>
            </a:r>
          </a:p>
          <a:p>
            <a:pPr>
              <a:lnSpc>
                <a:spcPct val="150000"/>
              </a:lnSpc>
              <a:spcAft>
                <a:spcPts val="100"/>
              </a:spcAft>
            </a:pP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srgbClr val="101010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srgbClr val="101010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61" name="TextBox 31">
            <a:extLst>
              <a:ext uri="{FF2B5EF4-FFF2-40B4-BE49-F238E27FC236}">
                <a16:creationId xmlns:a16="http://schemas.microsoft.com/office/drawing/2014/main" id="{1DDFF0D1-0F80-0449-9F06-B182CCEFBA56}"/>
              </a:ext>
            </a:extLst>
          </p:cNvPr>
          <p:cNvSpPr txBox="1"/>
          <p:nvPr/>
        </p:nvSpPr>
        <p:spPr>
          <a:xfrm>
            <a:off x="7487238" y="1233507"/>
            <a:ext cx="2651796" cy="1015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Aft>
                <a:spcPts val="100"/>
              </a:spcAft>
              <a:defRPr/>
            </a:pPr>
            <a:r>
              <a:rPr lang="es-CL" sz="1000" b="1" dirty="0">
                <a:solidFill>
                  <a:schemeClr val="accent1">
                    <a:lumMod val="75000"/>
                  </a:schemeClr>
                </a:solidFill>
                <a:latin typeface="Montserrat" panose="00000500000000000000" pitchFamily="2" charset="0"/>
              </a:rPr>
              <a:t>[Q4-26] </a:t>
            </a:r>
            <a:r>
              <a:rPr lang="es-CL" sz="1000" dirty="0">
                <a:solidFill>
                  <a:srgbClr val="FFFFFF"/>
                </a:solidFill>
                <a:latin typeface="Montserrat" panose="00000500000000000000" pitchFamily="2" charset="0"/>
              </a:rPr>
              <a:t>Revisión EDP ENEX</a:t>
            </a:r>
            <a:endParaRPr kumimoji="0" lang="es-CL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s-CL" sz="1000" b="1" dirty="0">
                <a:solidFill>
                  <a:schemeClr val="accent1">
                    <a:lumMod val="75000"/>
                  </a:schemeClr>
                </a:solidFill>
                <a:latin typeface="Montserrat" panose="00000500000000000000" pitchFamily="2" charset="0"/>
              </a:rPr>
              <a:t>[Q1-27] </a:t>
            </a:r>
            <a:r>
              <a:rPr kumimoji="0" lang="es-CL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Revisión EDP Transportes CCGG y CCEE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s-CL" sz="1000" b="1" dirty="0">
                <a:solidFill>
                  <a:schemeClr val="accent1">
                    <a:lumMod val="75000"/>
                  </a:schemeClr>
                </a:solidFill>
                <a:latin typeface="Montserrat" panose="00000500000000000000" pitchFamily="2" charset="0"/>
              </a:rPr>
              <a:t>[Q2-27] </a:t>
            </a:r>
            <a:r>
              <a:rPr kumimoji="0" lang="es-CL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Integración </a:t>
            </a:r>
            <a:r>
              <a:rPr kumimoji="0" lang="es-CL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Docusign</a:t>
            </a:r>
            <a:endParaRPr kumimoji="0" lang="es-CL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</a:endParaRPr>
          </a:p>
        </p:txBody>
      </p:sp>
      <p:sp>
        <p:nvSpPr>
          <p:cNvPr id="2" name="TextBox 30">
            <a:extLst>
              <a:ext uri="{FF2B5EF4-FFF2-40B4-BE49-F238E27FC236}">
                <a16:creationId xmlns:a16="http://schemas.microsoft.com/office/drawing/2014/main" id="{AF05B576-3970-44EC-85AD-F5B88E64D322}"/>
              </a:ext>
            </a:extLst>
          </p:cNvPr>
          <p:cNvSpPr txBox="1"/>
          <p:nvPr/>
        </p:nvSpPr>
        <p:spPr>
          <a:xfrm>
            <a:off x="4830702" y="5316184"/>
            <a:ext cx="2666665" cy="297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lang="es-MX" sz="1000" b="1" dirty="0">
                <a:solidFill>
                  <a:schemeClr val="accent1">
                    <a:lumMod val="75000"/>
                  </a:schemeClr>
                </a:solidFill>
                <a:latin typeface="Montserrat" panose="00000500000000000000" pitchFamily="2" charset="0"/>
              </a:rPr>
              <a:t>[Q2-27] </a:t>
            </a:r>
            <a:r>
              <a:rPr lang="es-MX" sz="1000" dirty="0">
                <a:solidFill>
                  <a:srgbClr val="101010"/>
                </a:solidFill>
                <a:latin typeface="Montserrat" panose="00000500000000000000" pitchFamily="2" charset="0"/>
              </a:rPr>
              <a:t>Inteligencia de proveedores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AD85D262-3882-8BA6-3AA8-8A07E02AA25A}"/>
              </a:ext>
            </a:extLst>
          </p:cNvPr>
          <p:cNvCxnSpPr>
            <a:cxnSpLocks/>
          </p:cNvCxnSpPr>
          <p:nvPr/>
        </p:nvCxnSpPr>
        <p:spPr>
          <a:xfrm>
            <a:off x="1831919" y="6167593"/>
            <a:ext cx="8865239" cy="0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29B864B0-C038-D1EF-75EC-398E9C8BAA4F}"/>
              </a:ext>
            </a:extLst>
          </p:cNvPr>
          <p:cNvCxnSpPr>
            <a:cxnSpLocks/>
          </p:cNvCxnSpPr>
          <p:nvPr/>
        </p:nvCxnSpPr>
        <p:spPr>
          <a:xfrm flipV="1">
            <a:off x="1831919" y="951719"/>
            <a:ext cx="0" cy="5215874"/>
          </a:xfrm>
          <a:prstGeom prst="straightConnector1">
            <a:avLst/>
          </a:prstGeom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TextBox 26">
            <a:extLst>
              <a:ext uri="{FF2B5EF4-FFF2-40B4-BE49-F238E27FC236}">
                <a16:creationId xmlns:a16="http://schemas.microsoft.com/office/drawing/2014/main" id="{608A3D0D-C16C-6047-CB0B-E1BA7CA20190}"/>
              </a:ext>
            </a:extLst>
          </p:cNvPr>
          <p:cNvSpPr txBox="1"/>
          <p:nvPr/>
        </p:nvSpPr>
        <p:spPr>
          <a:xfrm rot="16200000">
            <a:off x="776727" y="3323285"/>
            <a:ext cx="97999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000" b="1" dirty="0">
                <a:solidFill>
                  <a:srgbClr val="1F497D"/>
                </a:solidFill>
                <a:latin typeface="Montserrat" panose="00000500000000000000" pitchFamily="2" charset="0"/>
              </a:rPr>
              <a:t>IMPACTO</a:t>
            </a:r>
          </a:p>
        </p:txBody>
      </p:sp>
      <p:sp>
        <p:nvSpPr>
          <p:cNvPr id="18" name="TextBox 20">
            <a:extLst>
              <a:ext uri="{FF2B5EF4-FFF2-40B4-BE49-F238E27FC236}">
                <a16:creationId xmlns:a16="http://schemas.microsoft.com/office/drawing/2014/main" id="{0C8C0EEE-C284-1C5F-5DC5-7B2BD3CD4C8F}"/>
              </a:ext>
            </a:extLst>
          </p:cNvPr>
          <p:cNvSpPr txBox="1"/>
          <p:nvPr/>
        </p:nvSpPr>
        <p:spPr>
          <a:xfrm rot="16200000">
            <a:off x="1312785" y="2003399"/>
            <a:ext cx="70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CL" sz="1000" b="1">
                <a:solidFill>
                  <a:srgbClr val="1F497D"/>
                </a:solidFill>
                <a:latin typeface="Montserrat" panose="00000500000000000000" pitchFamily="2" charset="0"/>
              </a:rPr>
              <a:t>Alto</a:t>
            </a:r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5B6285B7-ED74-E4E0-3908-DC4CFAD37931}"/>
              </a:ext>
            </a:extLst>
          </p:cNvPr>
          <p:cNvSpPr txBox="1"/>
          <p:nvPr/>
        </p:nvSpPr>
        <p:spPr>
          <a:xfrm rot="16200000">
            <a:off x="1293492" y="3912431"/>
            <a:ext cx="70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CL" sz="1000" b="1" dirty="0">
                <a:solidFill>
                  <a:srgbClr val="1F497D"/>
                </a:solidFill>
                <a:latin typeface="Montserrat" panose="00000500000000000000" pitchFamily="2" charset="0"/>
              </a:rPr>
              <a:t>Medio</a:t>
            </a:r>
          </a:p>
        </p:txBody>
      </p:sp>
      <p:sp>
        <p:nvSpPr>
          <p:cNvPr id="20" name="TextBox 22">
            <a:extLst>
              <a:ext uri="{FF2B5EF4-FFF2-40B4-BE49-F238E27FC236}">
                <a16:creationId xmlns:a16="http://schemas.microsoft.com/office/drawing/2014/main" id="{14723AD0-8D44-6298-6941-F31BFAA659C7}"/>
              </a:ext>
            </a:extLst>
          </p:cNvPr>
          <p:cNvSpPr txBox="1"/>
          <p:nvPr/>
        </p:nvSpPr>
        <p:spPr>
          <a:xfrm rot="16200000">
            <a:off x="1312786" y="5472111"/>
            <a:ext cx="70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CL" sz="1000" b="1" dirty="0">
                <a:solidFill>
                  <a:srgbClr val="1F497D"/>
                </a:solidFill>
                <a:latin typeface="Montserrat" panose="00000500000000000000" pitchFamily="2" charset="0"/>
              </a:rPr>
              <a:t>Bajo</a:t>
            </a:r>
          </a:p>
        </p:txBody>
      </p:sp>
      <p:sp>
        <p:nvSpPr>
          <p:cNvPr id="25" name="TextBox 27">
            <a:extLst>
              <a:ext uri="{FF2B5EF4-FFF2-40B4-BE49-F238E27FC236}">
                <a16:creationId xmlns:a16="http://schemas.microsoft.com/office/drawing/2014/main" id="{4218EE61-A574-B6CF-9D84-5E06FFD2C052}"/>
              </a:ext>
            </a:extLst>
          </p:cNvPr>
          <p:cNvSpPr txBox="1"/>
          <p:nvPr/>
        </p:nvSpPr>
        <p:spPr>
          <a:xfrm>
            <a:off x="2294677" y="6531254"/>
            <a:ext cx="800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000" b="1" dirty="0">
                <a:solidFill>
                  <a:srgbClr val="1F497D"/>
                </a:solidFill>
                <a:latin typeface="Montserrat" panose="00000500000000000000" pitchFamily="2" charset="0"/>
              </a:rPr>
              <a:t>ESFUERZO</a:t>
            </a:r>
          </a:p>
        </p:txBody>
      </p:sp>
      <p:sp>
        <p:nvSpPr>
          <p:cNvPr id="26" name="TextBox 23">
            <a:extLst>
              <a:ext uri="{FF2B5EF4-FFF2-40B4-BE49-F238E27FC236}">
                <a16:creationId xmlns:a16="http://schemas.microsoft.com/office/drawing/2014/main" id="{EFA315AA-6488-3E1C-CE09-0F88E15A6A12}"/>
              </a:ext>
            </a:extLst>
          </p:cNvPr>
          <p:cNvSpPr txBox="1"/>
          <p:nvPr/>
        </p:nvSpPr>
        <p:spPr>
          <a:xfrm>
            <a:off x="2257353" y="6213515"/>
            <a:ext cx="26666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000" b="1">
                <a:solidFill>
                  <a:srgbClr val="1F497D"/>
                </a:solidFill>
                <a:latin typeface="Montserrat" panose="00000500000000000000" pitchFamily="2" charset="0"/>
              </a:rPr>
              <a:t>Bajo</a:t>
            </a:r>
          </a:p>
        </p:txBody>
      </p:sp>
      <p:sp>
        <p:nvSpPr>
          <p:cNvPr id="27" name="TextBox 24">
            <a:extLst>
              <a:ext uri="{FF2B5EF4-FFF2-40B4-BE49-F238E27FC236}">
                <a16:creationId xmlns:a16="http://schemas.microsoft.com/office/drawing/2014/main" id="{49E9FBEE-7FEE-324E-9BD8-23FE94EED49B}"/>
              </a:ext>
            </a:extLst>
          </p:cNvPr>
          <p:cNvSpPr txBox="1"/>
          <p:nvPr/>
        </p:nvSpPr>
        <p:spPr>
          <a:xfrm>
            <a:off x="4961344" y="6213515"/>
            <a:ext cx="26666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000" b="1">
                <a:solidFill>
                  <a:srgbClr val="1F497D"/>
                </a:solidFill>
                <a:latin typeface="Montserrat" panose="00000500000000000000" pitchFamily="2" charset="0"/>
              </a:rPr>
              <a:t>Medio</a:t>
            </a:r>
          </a:p>
        </p:txBody>
      </p:sp>
      <p:sp>
        <p:nvSpPr>
          <p:cNvPr id="28" name="TextBox 25">
            <a:extLst>
              <a:ext uri="{FF2B5EF4-FFF2-40B4-BE49-F238E27FC236}">
                <a16:creationId xmlns:a16="http://schemas.microsoft.com/office/drawing/2014/main" id="{B55FD4B7-0715-4180-C71D-09227863F21A}"/>
              </a:ext>
            </a:extLst>
          </p:cNvPr>
          <p:cNvSpPr txBox="1"/>
          <p:nvPr/>
        </p:nvSpPr>
        <p:spPr>
          <a:xfrm>
            <a:off x="7833278" y="6213515"/>
            <a:ext cx="266666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CL" sz="1000" b="1">
                <a:solidFill>
                  <a:srgbClr val="1F497D"/>
                </a:solidFill>
                <a:latin typeface="Montserrat" panose="00000500000000000000" pitchFamily="2" charset="0"/>
              </a:rPr>
              <a:t>Alto</a:t>
            </a:r>
          </a:p>
        </p:txBody>
      </p:sp>
    </p:spTree>
    <p:extLst>
      <p:ext uri="{BB962C8B-B14F-4D97-AF65-F5344CB8AC3E}">
        <p14:creationId xmlns:p14="http://schemas.microsoft.com/office/powerpoint/2010/main" val="8955392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F4C1A6-8691-6693-A5F5-5C46B8233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think-cell data - do not delete" hidden="1">
            <a:extLst>
              <a:ext uri="{FF2B5EF4-FFF2-40B4-BE49-F238E27FC236}">
                <a16:creationId xmlns:a16="http://schemas.microsoft.com/office/drawing/2014/main" id="{0BE65901-3910-0EAB-07CE-652D95FA5B4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26" imgH="426" progId="TCLayout.ActiveDocument.1">
                  <p:embed/>
                </p:oleObj>
              </mc:Choice>
              <mc:Fallback>
                <p:oleObj name="Diapositiva de think-cell" r:id="rId4" imgW="426" imgH="426" progId="TCLayout.ActiveDocument.1">
                  <p:embed/>
                  <p:pic>
                    <p:nvPicPr>
                      <p:cNvPr id="2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BE65901-3910-0EAB-07CE-652D95FA5B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ítulo 2">
            <a:extLst>
              <a:ext uri="{FF2B5EF4-FFF2-40B4-BE49-F238E27FC236}">
                <a16:creationId xmlns:a16="http://schemas.microsoft.com/office/drawing/2014/main" id="{866AB883-7FAA-9120-F3F5-046AC4878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551" y="48364"/>
            <a:ext cx="10389440" cy="667149"/>
          </a:xfrm>
        </p:spPr>
        <p:txBody>
          <a:bodyPr vert="horz"/>
          <a:lstStyle/>
          <a:p>
            <a:r>
              <a:rPr lang="es-MX">
                <a:solidFill>
                  <a:srgbClr val="007A94"/>
                </a:solidFill>
                <a:latin typeface="Montserrat" panose="00000500000000000000" pitchFamily="2" charset="0"/>
              </a:rPr>
              <a:t>Roadmap a corto plazo</a:t>
            </a:r>
            <a:endParaRPr lang="es-CL">
              <a:solidFill>
                <a:srgbClr val="007A94"/>
              </a:solidFill>
              <a:latin typeface="Montserrat" panose="00000500000000000000" pitchFamily="2" charset="0"/>
            </a:endParaRPr>
          </a:p>
        </p:txBody>
      </p:sp>
      <p:cxnSp>
        <p:nvCxnSpPr>
          <p:cNvPr id="6" name="Gerader Verbinder 60">
            <a:extLst>
              <a:ext uri="{FF2B5EF4-FFF2-40B4-BE49-F238E27FC236}">
                <a16:creationId xmlns:a16="http://schemas.microsoft.com/office/drawing/2014/main" id="{14545D54-9398-C266-3210-B7C813835CCE}"/>
              </a:ext>
            </a:extLst>
          </p:cNvPr>
          <p:cNvCxnSpPr>
            <a:cxnSpLocks/>
          </p:cNvCxnSpPr>
          <p:nvPr/>
        </p:nvCxnSpPr>
        <p:spPr>
          <a:xfrm>
            <a:off x="2113671" y="1406798"/>
            <a:ext cx="0" cy="4799992"/>
          </a:xfrm>
          <a:prstGeom prst="line">
            <a:avLst/>
          </a:prstGeom>
          <a:ln w="12700" cap="rnd">
            <a:solidFill>
              <a:srgbClr val="0070C0"/>
            </a:solidFill>
            <a:prstDash val="sys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Gerader Verbinder 89">
            <a:extLst>
              <a:ext uri="{FF2B5EF4-FFF2-40B4-BE49-F238E27FC236}">
                <a16:creationId xmlns:a16="http://schemas.microsoft.com/office/drawing/2014/main" id="{B6EC1A3F-AC9C-5D58-81E3-A81020553402}"/>
              </a:ext>
            </a:extLst>
          </p:cNvPr>
          <p:cNvCxnSpPr>
            <a:cxnSpLocks/>
          </p:cNvCxnSpPr>
          <p:nvPr/>
        </p:nvCxnSpPr>
        <p:spPr>
          <a:xfrm>
            <a:off x="371475" y="1410674"/>
            <a:ext cx="11439395" cy="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02A3B406-C4C5-0849-D6AE-E55589DC3B9B}"/>
              </a:ext>
            </a:extLst>
          </p:cNvPr>
          <p:cNvSpPr txBox="1">
            <a:spLocks/>
          </p:cNvSpPr>
          <p:nvPr/>
        </p:nvSpPr>
        <p:spPr>
          <a:xfrm>
            <a:off x="451465" y="1179548"/>
            <a:ext cx="1414509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8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6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76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76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6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6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419" sz="1100" b="1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Q2-26</a:t>
            </a:r>
          </a:p>
        </p:txBody>
      </p:sp>
      <p:sp>
        <p:nvSpPr>
          <p:cNvPr id="9" name="Textplatzhalter 5">
            <a:extLst>
              <a:ext uri="{FF2B5EF4-FFF2-40B4-BE49-F238E27FC236}">
                <a16:creationId xmlns:a16="http://schemas.microsoft.com/office/drawing/2014/main" id="{F6ECA3C9-984A-4D42-6EAA-ED62CA04DE31}"/>
              </a:ext>
            </a:extLst>
          </p:cNvPr>
          <p:cNvSpPr txBox="1">
            <a:spLocks/>
          </p:cNvSpPr>
          <p:nvPr/>
        </p:nvSpPr>
        <p:spPr>
          <a:xfrm>
            <a:off x="2772933" y="1179548"/>
            <a:ext cx="1414509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8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6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76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76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6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6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419" sz="11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Q3-26</a:t>
            </a:r>
          </a:p>
        </p:txBody>
      </p:sp>
      <p:sp>
        <p:nvSpPr>
          <p:cNvPr id="13" name="Textplatzhalter 5">
            <a:extLst>
              <a:ext uri="{FF2B5EF4-FFF2-40B4-BE49-F238E27FC236}">
                <a16:creationId xmlns:a16="http://schemas.microsoft.com/office/drawing/2014/main" id="{CDB57613-3B97-8B23-0A9E-4487B8DD5117}"/>
              </a:ext>
            </a:extLst>
          </p:cNvPr>
          <p:cNvSpPr txBox="1">
            <a:spLocks/>
          </p:cNvSpPr>
          <p:nvPr/>
        </p:nvSpPr>
        <p:spPr>
          <a:xfrm>
            <a:off x="5289679" y="1179548"/>
            <a:ext cx="1414509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8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6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76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76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6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6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419" sz="1100" b="1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Q4-26</a:t>
            </a:r>
          </a:p>
        </p:txBody>
      </p:sp>
      <p:sp>
        <p:nvSpPr>
          <p:cNvPr id="14" name="Textplatzhalter 5">
            <a:extLst>
              <a:ext uri="{FF2B5EF4-FFF2-40B4-BE49-F238E27FC236}">
                <a16:creationId xmlns:a16="http://schemas.microsoft.com/office/drawing/2014/main" id="{FE4C8402-8A08-36E1-F6C0-4A8F63FE8495}"/>
              </a:ext>
            </a:extLst>
          </p:cNvPr>
          <p:cNvSpPr txBox="1">
            <a:spLocks/>
          </p:cNvSpPr>
          <p:nvPr/>
        </p:nvSpPr>
        <p:spPr>
          <a:xfrm>
            <a:off x="7909393" y="1179548"/>
            <a:ext cx="1414509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8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6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76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76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6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6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419" sz="1100" b="1" i="0" u="none" strike="noStrike" kern="1200" cap="none" spc="0" normalizeH="0" baseline="0" noProof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Q1-27</a:t>
            </a:r>
          </a:p>
        </p:txBody>
      </p:sp>
      <p:cxnSp>
        <p:nvCxnSpPr>
          <p:cNvPr id="15" name="Gerader Verbinder 60">
            <a:extLst>
              <a:ext uri="{FF2B5EF4-FFF2-40B4-BE49-F238E27FC236}">
                <a16:creationId xmlns:a16="http://schemas.microsoft.com/office/drawing/2014/main" id="{BE4764E2-F613-2024-0D62-B34EDE3DDAF8}"/>
              </a:ext>
            </a:extLst>
          </p:cNvPr>
          <p:cNvCxnSpPr>
            <a:cxnSpLocks/>
          </p:cNvCxnSpPr>
          <p:nvPr/>
        </p:nvCxnSpPr>
        <p:spPr>
          <a:xfrm>
            <a:off x="4901680" y="1400783"/>
            <a:ext cx="0" cy="4799992"/>
          </a:xfrm>
          <a:prstGeom prst="line">
            <a:avLst/>
          </a:prstGeom>
          <a:ln w="12700" cap="rnd">
            <a:solidFill>
              <a:srgbClr val="0070C0"/>
            </a:solidFill>
            <a:prstDash val="sys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rader Verbinder 60">
            <a:extLst>
              <a:ext uri="{FF2B5EF4-FFF2-40B4-BE49-F238E27FC236}">
                <a16:creationId xmlns:a16="http://schemas.microsoft.com/office/drawing/2014/main" id="{9D8A051D-D7FC-27B6-51A2-6FA1E83EFFAA}"/>
              </a:ext>
            </a:extLst>
          </p:cNvPr>
          <p:cNvCxnSpPr>
            <a:cxnSpLocks/>
          </p:cNvCxnSpPr>
          <p:nvPr/>
        </p:nvCxnSpPr>
        <p:spPr>
          <a:xfrm>
            <a:off x="7670687" y="1400783"/>
            <a:ext cx="0" cy="4799992"/>
          </a:xfrm>
          <a:prstGeom prst="line">
            <a:avLst/>
          </a:prstGeom>
          <a:ln w="12700" cap="rnd">
            <a:solidFill>
              <a:srgbClr val="0070C0"/>
            </a:solidFill>
            <a:prstDash val="sys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Agrupar 22">
            <a:extLst>
              <a:ext uri="{FF2B5EF4-FFF2-40B4-BE49-F238E27FC236}">
                <a16:creationId xmlns:a16="http://schemas.microsoft.com/office/drawing/2014/main" id="{C1B5A854-EC88-E13B-2626-46AFAFB0D30F}"/>
              </a:ext>
            </a:extLst>
          </p:cNvPr>
          <p:cNvGrpSpPr/>
          <p:nvPr/>
        </p:nvGrpSpPr>
        <p:grpSpPr>
          <a:xfrm>
            <a:off x="134867" y="2459149"/>
            <a:ext cx="1188603" cy="433873"/>
            <a:chOff x="1606723" y="2810499"/>
            <a:chExt cx="1188603" cy="433873"/>
          </a:xfrm>
        </p:grpSpPr>
        <p:sp>
          <p:nvSpPr>
            <p:cNvPr id="18" name="Ellipse 77">
              <a:extLst>
                <a:ext uri="{FF2B5EF4-FFF2-40B4-BE49-F238E27FC236}">
                  <a16:creationId xmlns:a16="http://schemas.microsoft.com/office/drawing/2014/main" id="{8104B414-8EEA-0654-05C3-737D1A73C539}"/>
                </a:ext>
              </a:extLst>
            </p:cNvPr>
            <p:cNvSpPr>
              <a:spLocks/>
            </p:cNvSpPr>
            <p:nvPr/>
          </p:nvSpPr>
          <p:spPr>
            <a:xfrm>
              <a:off x="2138024" y="3119839"/>
              <a:ext cx="126000" cy="124533"/>
            </a:xfrm>
            <a:prstGeom prst="ellipse">
              <a:avLst/>
            </a:prstGeom>
            <a:solidFill>
              <a:srgbClr val="002060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419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  <a:sym typeface="+mn-lt"/>
              </a:endParaRPr>
            </a:p>
          </p:txBody>
        </p:sp>
        <p:sp>
          <p:nvSpPr>
            <p:cNvPr id="19" name="CaixaDeTexto 21">
              <a:extLst>
                <a:ext uri="{FF2B5EF4-FFF2-40B4-BE49-F238E27FC236}">
                  <a16:creationId xmlns:a16="http://schemas.microsoft.com/office/drawing/2014/main" id="{88C863AD-4C0B-878B-9861-049978D6945A}"/>
                </a:ext>
              </a:extLst>
            </p:cNvPr>
            <p:cNvSpPr txBox="1"/>
            <p:nvPr/>
          </p:nvSpPr>
          <p:spPr>
            <a:xfrm>
              <a:off x="1606723" y="2810499"/>
              <a:ext cx="1188603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419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Automatizar Reporte de Ahorros</a:t>
              </a:r>
            </a:p>
          </p:txBody>
        </p:sp>
      </p:grpSp>
      <p:grpSp>
        <p:nvGrpSpPr>
          <p:cNvPr id="20" name="Agrupar 22">
            <a:extLst>
              <a:ext uri="{FF2B5EF4-FFF2-40B4-BE49-F238E27FC236}">
                <a16:creationId xmlns:a16="http://schemas.microsoft.com/office/drawing/2014/main" id="{B55B9374-2681-0EF8-8EF6-84F4780F77A5}"/>
              </a:ext>
            </a:extLst>
          </p:cNvPr>
          <p:cNvGrpSpPr/>
          <p:nvPr/>
        </p:nvGrpSpPr>
        <p:grpSpPr>
          <a:xfrm>
            <a:off x="3660006" y="2105836"/>
            <a:ext cx="1188603" cy="433873"/>
            <a:chOff x="1606723" y="2810499"/>
            <a:chExt cx="1188603" cy="433873"/>
          </a:xfrm>
        </p:grpSpPr>
        <p:sp>
          <p:nvSpPr>
            <p:cNvPr id="22" name="Ellipse 77">
              <a:extLst>
                <a:ext uri="{FF2B5EF4-FFF2-40B4-BE49-F238E27FC236}">
                  <a16:creationId xmlns:a16="http://schemas.microsoft.com/office/drawing/2014/main" id="{3EF2E854-F774-9402-08D2-D27E37588128}"/>
                </a:ext>
              </a:extLst>
            </p:cNvPr>
            <p:cNvSpPr>
              <a:spLocks/>
            </p:cNvSpPr>
            <p:nvPr/>
          </p:nvSpPr>
          <p:spPr>
            <a:xfrm>
              <a:off x="2138024" y="3119839"/>
              <a:ext cx="126000" cy="124533"/>
            </a:xfrm>
            <a:prstGeom prst="ellipse">
              <a:avLst/>
            </a:prstGeom>
            <a:solidFill>
              <a:srgbClr val="002060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419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  <a:sym typeface="+mn-lt"/>
              </a:endParaRPr>
            </a:p>
          </p:txBody>
        </p:sp>
        <p:sp>
          <p:nvSpPr>
            <p:cNvPr id="23" name="CaixaDeTexto 21">
              <a:extLst>
                <a:ext uri="{FF2B5EF4-FFF2-40B4-BE49-F238E27FC236}">
                  <a16:creationId xmlns:a16="http://schemas.microsoft.com/office/drawing/2014/main" id="{C039E764-B82B-F4A9-05BB-79C46A99F7BB}"/>
                </a:ext>
              </a:extLst>
            </p:cNvPr>
            <p:cNvSpPr txBox="1"/>
            <p:nvPr/>
          </p:nvSpPr>
          <p:spPr>
            <a:xfrm>
              <a:off x="1606723" y="2810499"/>
              <a:ext cx="1188603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419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Liberaciones Pendientes</a:t>
              </a:r>
            </a:p>
          </p:txBody>
        </p:sp>
      </p:grpSp>
      <p:grpSp>
        <p:nvGrpSpPr>
          <p:cNvPr id="28" name="Agrupar 22">
            <a:extLst>
              <a:ext uri="{FF2B5EF4-FFF2-40B4-BE49-F238E27FC236}">
                <a16:creationId xmlns:a16="http://schemas.microsoft.com/office/drawing/2014/main" id="{746AFA29-A240-B4BE-4AFB-36CB9DE2A3ED}"/>
              </a:ext>
            </a:extLst>
          </p:cNvPr>
          <p:cNvGrpSpPr/>
          <p:nvPr/>
        </p:nvGrpSpPr>
        <p:grpSpPr>
          <a:xfrm>
            <a:off x="637865" y="1934215"/>
            <a:ext cx="1305293" cy="433873"/>
            <a:chOff x="1606723" y="2810499"/>
            <a:chExt cx="1305293" cy="433873"/>
          </a:xfrm>
        </p:grpSpPr>
        <p:sp>
          <p:nvSpPr>
            <p:cNvPr id="29" name="Ellipse 77">
              <a:extLst>
                <a:ext uri="{FF2B5EF4-FFF2-40B4-BE49-F238E27FC236}">
                  <a16:creationId xmlns:a16="http://schemas.microsoft.com/office/drawing/2014/main" id="{80681F2F-A2D9-BEE0-8CFB-A945FD8C1AE9}"/>
                </a:ext>
              </a:extLst>
            </p:cNvPr>
            <p:cNvSpPr>
              <a:spLocks/>
            </p:cNvSpPr>
            <p:nvPr/>
          </p:nvSpPr>
          <p:spPr>
            <a:xfrm>
              <a:off x="2138024" y="3119839"/>
              <a:ext cx="126000" cy="124533"/>
            </a:xfrm>
            <a:prstGeom prst="ellipse">
              <a:avLst/>
            </a:prstGeom>
            <a:solidFill>
              <a:srgbClr val="002060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419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0" name="CaixaDeTexto 21">
              <a:extLst>
                <a:ext uri="{FF2B5EF4-FFF2-40B4-BE49-F238E27FC236}">
                  <a16:creationId xmlns:a16="http://schemas.microsoft.com/office/drawing/2014/main" id="{B4C0CE34-0EBA-6B95-A33D-42EF53EE437B}"/>
                </a:ext>
              </a:extLst>
            </p:cNvPr>
            <p:cNvSpPr txBox="1"/>
            <p:nvPr/>
          </p:nvSpPr>
          <p:spPr>
            <a:xfrm>
              <a:off x="1606723" y="2810499"/>
              <a:ext cx="1305293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algn="ctr">
                <a:defRPr/>
              </a:pPr>
              <a:r>
                <a:rPr lang="es-MX" sz="900" b="1" dirty="0">
                  <a:solidFill>
                    <a:prstClr val="black"/>
                  </a:solidFill>
                  <a:latin typeface="Montserrat" panose="00000500000000000000" pitchFamily="2" charset="0"/>
                </a:rPr>
                <a:t>Conectar SP con </a:t>
              </a:r>
              <a:r>
                <a:rPr lang="es-MX" sz="900" b="1" dirty="0" err="1">
                  <a:solidFill>
                    <a:prstClr val="black"/>
                  </a:solidFill>
                  <a:latin typeface="Montserrat" panose="00000500000000000000" pitchFamily="2" charset="0"/>
                </a:rPr>
                <a:t>Seg</a:t>
              </a:r>
              <a:r>
                <a:rPr lang="es-MX" sz="900" b="1" dirty="0">
                  <a:solidFill>
                    <a:prstClr val="black"/>
                  </a:solidFill>
                  <a:latin typeface="Montserrat" panose="00000500000000000000" pitchFamily="2" charset="0"/>
                </a:rPr>
                <a:t>. de Proveedores</a:t>
              </a:r>
            </a:p>
          </p:txBody>
        </p:sp>
      </p:grpSp>
      <p:grpSp>
        <p:nvGrpSpPr>
          <p:cNvPr id="31" name="Agrupar 22">
            <a:extLst>
              <a:ext uri="{FF2B5EF4-FFF2-40B4-BE49-F238E27FC236}">
                <a16:creationId xmlns:a16="http://schemas.microsoft.com/office/drawing/2014/main" id="{0E31117D-7073-59DD-C395-21861A5B7BF5}"/>
              </a:ext>
            </a:extLst>
          </p:cNvPr>
          <p:cNvGrpSpPr/>
          <p:nvPr/>
        </p:nvGrpSpPr>
        <p:grpSpPr>
          <a:xfrm>
            <a:off x="6217527" y="2436365"/>
            <a:ext cx="1188603" cy="433873"/>
            <a:chOff x="1606723" y="2810499"/>
            <a:chExt cx="1188603" cy="433873"/>
          </a:xfrm>
        </p:grpSpPr>
        <p:sp>
          <p:nvSpPr>
            <p:cNvPr id="32" name="Ellipse 77">
              <a:extLst>
                <a:ext uri="{FF2B5EF4-FFF2-40B4-BE49-F238E27FC236}">
                  <a16:creationId xmlns:a16="http://schemas.microsoft.com/office/drawing/2014/main" id="{B988AD2A-D7BC-7D24-1804-EAA49E0737D8}"/>
                </a:ext>
              </a:extLst>
            </p:cNvPr>
            <p:cNvSpPr>
              <a:spLocks/>
            </p:cNvSpPr>
            <p:nvPr/>
          </p:nvSpPr>
          <p:spPr>
            <a:xfrm>
              <a:off x="2138024" y="3119839"/>
              <a:ext cx="126000" cy="124533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419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3" name="CaixaDeTexto 21">
              <a:extLst>
                <a:ext uri="{FF2B5EF4-FFF2-40B4-BE49-F238E27FC236}">
                  <a16:creationId xmlns:a16="http://schemas.microsoft.com/office/drawing/2014/main" id="{6526C6FE-3937-3386-64CD-76E52F1AB3E7}"/>
                </a:ext>
              </a:extLst>
            </p:cNvPr>
            <p:cNvSpPr txBox="1"/>
            <p:nvPr/>
          </p:nvSpPr>
          <p:spPr>
            <a:xfrm>
              <a:off x="1606723" y="2810499"/>
              <a:ext cx="1188603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419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Asistir con IA </a:t>
              </a:r>
              <a:r>
                <a:rPr kumimoji="0" lang="es-419" sz="9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Ev</a:t>
              </a:r>
              <a:r>
                <a:rPr kumimoji="0" lang="es-419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. Económica</a:t>
              </a:r>
            </a:p>
          </p:txBody>
        </p:sp>
      </p:grpSp>
      <p:grpSp>
        <p:nvGrpSpPr>
          <p:cNvPr id="34" name="Agrupar 22">
            <a:extLst>
              <a:ext uri="{FF2B5EF4-FFF2-40B4-BE49-F238E27FC236}">
                <a16:creationId xmlns:a16="http://schemas.microsoft.com/office/drawing/2014/main" id="{36D8C929-3990-6B9E-D3F7-20F96E947D56}"/>
              </a:ext>
            </a:extLst>
          </p:cNvPr>
          <p:cNvGrpSpPr/>
          <p:nvPr/>
        </p:nvGrpSpPr>
        <p:grpSpPr>
          <a:xfrm>
            <a:off x="8055314" y="1577407"/>
            <a:ext cx="1188603" cy="433873"/>
            <a:chOff x="1606723" y="2810499"/>
            <a:chExt cx="1188603" cy="433873"/>
          </a:xfrm>
        </p:grpSpPr>
        <p:sp>
          <p:nvSpPr>
            <p:cNvPr id="71" name="Ellipse 77">
              <a:extLst>
                <a:ext uri="{FF2B5EF4-FFF2-40B4-BE49-F238E27FC236}">
                  <a16:creationId xmlns:a16="http://schemas.microsoft.com/office/drawing/2014/main" id="{531E27C4-6C33-B3E8-20AC-5BAD3E46BA41}"/>
                </a:ext>
              </a:extLst>
            </p:cNvPr>
            <p:cNvSpPr>
              <a:spLocks/>
            </p:cNvSpPr>
            <p:nvPr/>
          </p:nvSpPr>
          <p:spPr>
            <a:xfrm>
              <a:off x="2138024" y="3119839"/>
              <a:ext cx="126000" cy="124533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419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  <a:sym typeface="+mn-lt"/>
              </a:endParaRPr>
            </a:p>
          </p:txBody>
        </p:sp>
        <p:sp>
          <p:nvSpPr>
            <p:cNvPr id="72" name="CaixaDeTexto 21">
              <a:extLst>
                <a:ext uri="{FF2B5EF4-FFF2-40B4-BE49-F238E27FC236}">
                  <a16:creationId xmlns:a16="http://schemas.microsoft.com/office/drawing/2014/main" id="{1709EAF5-B4BD-FB87-5B59-C7AA743E932E}"/>
                </a:ext>
              </a:extLst>
            </p:cNvPr>
            <p:cNvSpPr txBox="1"/>
            <p:nvPr/>
          </p:nvSpPr>
          <p:spPr>
            <a:xfrm>
              <a:off x="1606723" y="2810499"/>
              <a:ext cx="1188603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419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Asistir con IA </a:t>
              </a:r>
              <a:r>
                <a:rPr kumimoji="0" lang="es-419" sz="9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Ev</a:t>
              </a:r>
              <a:r>
                <a:rPr kumimoji="0" lang="es-419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. Técnica</a:t>
              </a:r>
            </a:p>
          </p:txBody>
        </p:sp>
      </p:grpSp>
      <p:grpSp>
        <p:nvGrpSpPr>
          <p:cNvPr id="74" name="Agrupar 22">
            <a:extLst>
              <a:ext uri="{FF2B5EF4-FFF2-40B4-BE49-F238E27FC236}">
                <a16:creationId xmlns:a16="http://schemas.microsoft.com/office/drawing/2014/main" id="{74D55195-F31C-C620-8158-173E31010286}"/>
              </a:ext>
            </a:extLst>
          </p:cNvPr>
          <p:cNvGrpSpPr/>
          <p:nvPr/>
        </p:nvGrpSpPr>
        <p:grpSpPr>
          <a:xfrm>
            <a:off x="2247952" y="5783886"/>
            <a:ext cx="1188603" cy="433873"/>
            <a:chOff x="1606723" y="2810499"/>
            <a:chExt cx="1188603" cy="433873"/>
          </a:xfrm>
        </p:grpSpPr>
        <p:sp>
          <p:nvSpPr>
            <p:cNvPr id="75" name="Ellipse 77">
              <a:extLst>
                <a:ext uri="{FF2B5EF4-FFF2-40B4-BE49-F238E27FC236}">
                  <a16:creationId xmlns:a16="http://schemas.microsoft.com/office/drawing/2014/main" id="{0DABDC58-E5C3-62BB-9D1C-0BBAC3D0ECE5}"/>
                </a:ext>
              </a:extLst>
            </p:cNvPr>
            <p:cNvSpPr>
              <a:spLocks/>
            </p:cNvSpPr>
            <p:nvPr/>
          </p:nvSpPr>
          <p:spPr>
            <a:xfrm>
              <a:off x="2138024" y="3119839"/>
              <a:ext cx="126000" cy="124533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419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  <a:sym typeface="+mn-lt"/>
              </a:endParaRPr>
            </a:p>
          </p:txBody>
        </p:sp>
        <p:sp>
          <p:nvSpPr>
            <p:cNvPr id="76" name="CaixaDeTexto 21">
              <a:extLst>
                <a:ext uri="{FF2B5EF4-FFF2-40B4-BE49-F238E27FC236}">
                  <a16:creationId xmlns:a16="http://schemas.microsoft.com/office/drawing/2014/main" id="{5B72DC99-7244-F632-032B-00B84E142612}"/>
                </a:ext>
              </a:extLst>
            </p:cNvPr>
            <p:cNvSpPr txBox="1"/>
            <p:nvPr/>
          </p:nvSpPr>
          <p:spPr>
            <a:xfrm>
              <a:off x="1606723" y="2810499"/>
              <a:ext cx="1188603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419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Asistir con IA </a:t>
              </a:r>
              <a:r>
                <a:rPr kumimoji="0" lang="es-419" sz="9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Ev</a:t>
              </a:r>
              <a:r>
                <a:rPr kumimoji="0" lang="es-419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. ESG</a:t>
              </a:r>
            </a:p>
          </p:txBody>
        </p:sp>
      </p:grpSp>
      <p:grpSp>
        <p:nvGrpSpPr>
          <p:cNvPr id="80" name="Agrupar 22">
            <a:extLst>
              <a:ext uri="{FF2B5EF4-FFF2-40B4-BE49-F238E27FC236}">
                <a16:creationId xmlns:a16="http://schemas.microsoft.com/office/drawing/2014/main" id="{93A7DFEA-B8E7-DD78-A981-2D5FF6315248}"/>
              </a:ext>
            </a:extLst>
          </p:cNvPr>
          <p:cNvGrpSpPr/>
          <p:nvPr/>
        </p:nvGrpSpPr>
        <p:grpSpPr>
          <a:xfrm>
            <a:off x="5223499" y="2889737"/>
            <a:ext cx="1188603" cy="295373"/>
            <a:chOff x="1606723" y="2948999"/>
            <a:chExt cx="1188603" cy="295373"/>
          </a:xfrm>
        </p:grpSpPr>
        <p:sp>
          <p:nvSpPr>
            <p:cNvPr id="81" name="Ellipse 77">
              <a:extLst>
                <a:ext uri="{FF2B5EF4-FFF2-40B4-BE49-F238E27FC236}">
                  <a16:creationId xmlns:a16="http://schemas.microsoft.com/office/drawing/2014/main" id="{9DFBF337-B80F-66F7-CA25-34FF1C33F210}"/>
                </a:ext>
              </a:extLst>
            </p:cNvPr>
            <p:cNvSpPr>
              <a:spLocks/>
            </p:cNvSpPr>
            <p:nvPr/>
          </p:nvSpPr>
          <p:spPr>
            <a:xfrm>
              <a:off x="2138024" y="3119839"/>
              <a:ext cx="126000" cy="124533"/>
            </a:xfrm>
            <a:prstGeom prst="ellipse">
              <a:avLst/>
            </a:prstGeom>
            <a:solidFill>
              <a:srgbClr val="FFCC66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419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  <a:sym typeface="+mn-lt"/>
              </a:endParaRPr>
            </a:p>
          </p:txBody>
        </p:sp>
        <p:sp>
          <p:nvSpPr>
            <p:cNvPr id="82" name="CaixaDeTexto 21">
              <a:extLst>
                <a:ext uri="{FF2B5EF4-FFF2-40B4-BE49-F238E27FC236}">
                  <a16:creationId xmlns:a16="http://schemas.microsoft.com/office/drawing/2014/main" id="{231F6974-1711-1C52-E63B-F0A8AF12CF26}"/>
                </a:ext>
              </a:extLst>
            </p:cNvPr>
            <p:cNvSpPr txBox="1"/>
            <p:nvPr/>
          </p:nvSpPr>
          <p:spPr>
            <a:xfrm>
              <a:off x="1606723" y="2948999"/>
              <a:ext cx="1188603" cy="138499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419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Revisión EDP ENEX</a:t>
              </a:r>
            </a:p>
          </p:txBody>
        </p:sp>
      </p:grpSp>
      <p:grpSp>
        <p:nvGrpSpPr>
          <p:cNvPr id="83" name="Agrupar 22">
            <a:extLst>
              <a:ext uri="{FF2B5EF4-FFF2-40B4-BE49-F238E27FC236}">
                <a16:creationId xmlns:a16="http://schemas.microsoft.com/office/drawing/2014/main" id="{0F190BB4-AF6F-6B41-64A1-9322AC4436CC}"/>
              </a:ext>
            </a:extLst>
          </p:cNvPr>
          <p:cNvGrpSpPr/>
          <p:nvPr/>
        </p:nvGrpSpPr>
        <p:grpSpPr>
          <a:xfrm>
            <a:off x="918787" y="5613721"/>
            <a:ext cx="1188603" cy="572372"/>
            <a:chOff x="1606723" y="2672000"/>
            <a:chExt cx="1188603" cy="572372"/>
          </a:xfrm>
        </p:grpSpPr>
        <p:sp>
          <p:nvSpPr>
            <p:cNvPr id="84" name="Ellipse 77">
              <a:extLst>
                <a:ext uri="{FF2B5EF4-FFF2-40B4-BE49-F238E27FC236}">
                  <a16:creationId xmlns:a16="http://schemas.microsoft.com/office/drawing/2014/main" id="{1E5DAD95-C5E0-6A88-5BC0-B88AAEF3CF77}"/>
                </a:ext>
              </a:extLst>
            </p:cNvPr>
            <p:cNvSpPr>
              <a:spLocks/>
            </p:cNvSpPr>
            <p:nvPr/>
          </p:nvSpPr>
          <p:spPr>
            <a:xfrm>
              <a:off x="2138024" y="3119839"/>
              <a:ext cx="126000" cy="124533"/>
            </a:xfrm>
            <a:prstGeom prst="ellipse">
              <a:avLst/>
            </a:prstGeom>
            <a:solidFill>
              <a:srgbClr val="FFCC66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419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  <a:sym typeface="+mn-lt"/>
              </a:endParaRPr>
            </a:p>
          </p:txBody>
        </p:sp>
        <p:sp>
          <p:nvSpPr>
            <p:cNvPr id="85" name="CaixaDeTexto 21">
              <a:extLst>
                <a:ext uri="{FF2B5EF4-FFF2-40B4-BE49-F238E27FC236}">
                  <a16:creationId xmlns:a16="http://schemas.microsoft.com/office/drawing/2014/main" id="{C4478DC3-0BD7-C0DC-115F-0F3CFF56E53D}"/>
                </a:ext>
              </a:extLst>
            </p:cNvPr>
            <p:cNvSpPr txBox="1"/>
            <p:nvPr/>
          </p:nvSpPr>
          <p:spPr>
            <a:xfrm>
              <a:off x="1606723" y="2672000"/>
              <a:ext cx="1188603" cy="415498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419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Flujo Aprobación Solicitudes de Transportes</a:t>
              </a:r>
            </a:p>
          </p:txBody>
        </p:sp>
      </p:grpSp>
      <p:grpSp>
        <p:nvGrpSpPr>
          <p:cNvPr id="86" name="Agrupar 22">
            <a:extLst>
              <a:ext uri="{FF2B5EF4-FFF2-40B4-BE49-F238E27FC236}">
                <a16:creationId xmlns:a16="http://schemas.microsoft.com/office/drawing/2014/main" id="{E2E1C460-5BA3-3DBD-A557-F72BFA8EA03D}"/>
              </a:ext>
            </a:extLst>
          </p:cNvPr>
          <p:cNvGrpSpPr/>
          <p:nvPr/>
        </p:nvGrpSpPr>
        <p:grpSpPr>
          <a:xfrm>
            <a:off x="8055314" y="2297866"/>
            <a:ext cx="1188603" cy="572372"/>
            <a:chOff x="1606723" y="2672000"/>
            <a:chExt cx="1188603" cy="572372"/>
          </a:xfrm>
        </p:grpSpPr>
        <p:sp>
          <p:nvSpPr>
            <p:cNvPr id="87" name="Ellipse 77">
              <a:extLst>
                <a:ext uri="{FF2B5EF4-FFF2-40B4-BE49-F238E27FC236}">
                  <a16:creationId xmlns:a16="http://schemas.microsoft.com/office/drawing/2014/main" id="{F67BC424-9381-820A-CD2D-1277CB8876D8}"/>
                </a:ext>
              </a:extLst>
            </p:cNvPr>
            <p:cNvSpPr>
              <a:spLocks/>
            </p:cNvSpPr>
            <p:nvPr/>
          </p:nvSpPr>
          <p:spPr>
            <a:xfrm>
              <a:off x="2138024" y="3119839"/>
              <a:ext cx="126000" cy="124533"/>
            </a:xfrm>
            <a:prstGeom prst="ellipse">
              <a:avLst/>
            </a:prstGeom>
            <a:solidFill>
              <a:srgbClr val="FFCC66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419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  <a:sym typeface="+mn-lt"/>
              </a:endParaRPr>
            </a:p>
          </p:txBody>
        </p:sp>
        <p:sp>
          <p:nvSpPr>
            <p:cNvPr id="88" name="CaixaDeTexto 21">
              <a:extLst>
                <a:ext uri="{FF2B5EF4-FFF2-40B4-BE49-F238E27FC236}">
                  <a16:creationId xmlns:a16="http://schemas.microsoft.com/office/drawing/2014/main" id="{EC626A43-1ECE-1553-97D9-45F298D46168}"/>
                </a:ext>
              </a:extLst>
            </p:cNvPr>
            <p:cNvSpPr txBox="1"/>
            <p:nvPr/>
          </p:nvSpPr>
          <p:spPr>
            <a:xfrm>
              <a:off x="1606723" y="2672000"/>
              <a:ext cx="1188603" cy="415498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419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Revisión EDP Transportes CCGG y CCEE</a:t>
              </a:r>
            </a:p>
          </p:txBody>
        </p:sp>
      </p:grpSp>
      <p:sp>
        <p:nvSpPr>
          <p:cNvPr id="92" name="Ellipse 77">
            <a:extLst>
              <a:ext uri="{FF2B5EF4-FFF2-40B4-BE49-F238E27FC236}">
                <a16:creationId xmlns:a16="http://schemas.microsoft.com/office/drawing/2014/main" id="{4B84EF46-8757-2A7F-5DBF-B7D8A7F12DEB}"/>
              </a:ext>
            </a:extLst>
          </p:cNvPr>
          <p:cNvSpPr>
            <a:spLocks/>
          </p:cNvSpPr>
          <p:nvPr/>
        </p:nvSpPr>
        <p:spPr>
          <a:xfrm>
            <a:off x="613761" y="6504713"/>
            <a:ext cx="126000" cy="124533"/>
          </a:xfrm>
          <a:prstGeom prst="ellipse">
            <a:avLst/>
          </a:prstGeom>
          <a:solidFill>
            <a:srgbClr val="002060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  <a:sym typeface="+mn-lt"/>
            </a:endParaRPr>
          </a:p>
        </p:txBody>
      </p:sp>
      <p:sp>
        <p:nvSpPr>
          <p:cNvPr id="93" name="CaixaDeTexto 21">
            <a:extLst>
              <a:ext uri="{FF2B5EF4-FFF2-40B4-BE49-F238E27FC236}">
                <a16:creationId xmlns:a16="http://schemas.microsoft.com/office/drawing/2014/main" id="{8ABE6CD7-9566-5769-1E3C-B2FF1B2032A3}"/>
              </a:ext>
            </a:extLst>
          </p:cNvPr>
          <p:cNvSpPr txBox="1"/>
          <p:nvPr/>
        </p:nvSpPr>
        <p:spPr>
          <a:xfrm>
            <a:off x="676761" y="6500583"/>
            <a:ext cx="1188603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Planificación</a:t>
            </a:r>
          </a:p>
        </p:txBody>
      </p:sp>
      <p:sp>
        <p:nvSpPr>
          <p:cNvPr id="94" name="Ellipse 77">
            <a:extLst>
              <a:ext uri="{FF2B5EF4-FFF2-40B4-BE49-F238E27FC236}">
                <a16:creationId xmlns:a16="http://schemas.microsoft.com/office/drawing/2014/main" id="{BBD19001-E2AD-8ACA-D4F5-E29824D44F39}"/>
              </a:ext>
            </a:extLst>
          </p:cNvPr>
          <p:cNvSpPr>
            <a:spLocks/>
          </p:cNvSpPr>
          <p:nvPr/>
        </p:nvSpPr>
        <p:spPr>
          <a:xfrm>
            <a:off x="2145695" y="6502239"/>
            <a:ext cx="126000" cy="124533"/>
          </a:xfrm>
          <a:prstGeom prst="ellipse">
            <a:avLst/>
          </a:prstGeom>
          <a:solidFill>
            <a:schemeClr val="accent2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  <a:sym typeface="+mn-lt"/>
            </a:endParaRPr>
          </a:p>
        </p:txBody>
      </p:sp>
      <p:sp>
        <p:nvSpPr>
          <p:cNvPr id="95" name="CaixaDeTexto 21">
            <a:extLst>
              <a:ext uri="{FF2B5EF4-FFF2-40B4-BE49-F238E27FC236}">
                <a16:creationId xmlns:a16="http://schemas.microsoft.com/office/drawing/2014/main" id="{A639667A-7B09-E77F-157A-5DBBDF995B64}"/>
              </a:ext>
            </a:extLst>
          </p:cNvPr>
          <p:cNvSpPr txBox="1"/>
          <p:nvPr/>
        </p:nvSpPr>
        <p:spPr>
          <a:xfrm>
            <a:off x="2208695" y="6498109"/>
            <a:ext cx="1188603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Contratos</a:t>
            </a:r>
          </a:p>
        </p:txBody>
      </p:sp>
      <p:sp>
        <p:nvSpPr>
          <p:cNvPr id="96" name="Ellipse 77">
            <a:extLst>
              <a:ext uri="{FF2B5EF4-FFF2-40B4-BE49-F238E27FC236}">
                <a16:creationId xmlns:a16="http://schemas.microsoft.com/office/drawing/2014/main" id="{C5D4775F-D70A-B415-4C5B-829D2B656327}"/>
              </a:ext>
            </a:extLst>
          </p:cNvPr>
          <p:cNvSpPr>
            <a:spLocks/>
          </p:cNvSpPr>
          <p:nvPr/>
        </p:nvSpPr>
        <p:spPr>
          <a:xfrm>
            <a:off x="3677629" y="6502239"/>
            <a:ext cx="126000" cy="124533"/>
          </a:xfrm>
          <a:prstGeom prst="ellipse">
            <a:avLst/>
          </a:prstGeom>
          <a:solidFill>
            <a:srgbClr val="00CC99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  <a:sym typeface="+mn-lt"/>
            </a:endParaRPr>
          </a:p>
        </p:txBody>
      </p:sp>
      <p:sp>
        <p:nvSpPr>
          <p:cNvPr id="97" name="CaixaDeTexto 21">
            <a:extLst>
              <a:ext uri="{FF2B5EF4-FFF2-40B4-BE49-F238E27FC236}">
                <a16:creationId xmlns:a16="http://schemas.microsoft.com/office/drawing/2014/main" id="{755D380E-D7E9-28ED-E2A8-030D487A4209}"/>
              </a:ext>
            </a:extLst>
          </p:cNvPr>
          <p:cNvSpPr txBox="1"/>
          <p:nvPr/>
        </p:nvSpPr>
        <p:spPr>
          <a:xfrm>
            <a:off x="3740629" y="6498109"/>
            <a:ext cx="1188603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Proveedores</a:t>
            </a:r>
          </a:p>
        </p:txBody>
      </p:sp>
      <p:sp>
        <p:nvSpPr>
          <p:cNvPr id="98" name="Ellipse 77">
            <a:extLst>
              <a:ext uri="{FF2B5EF4-FFF2-40B4-BE49-F238E27FC236}">
                <a16:creationId xmlns:a16="http://schemas.microsoft.com/office/drawing/2014/main" id="{782A6E31-30F5-87BF-A36A-B9260C20978E}"/>
              </a:ext>
            </a:extLst>
          </p:cNvPr>
          <p:cNvSpPr>
            <a:spLocks/>
          </p:cNvSpPr>
          <p:nvPr/>
        </p:nvSpPr>
        <p:spPr>
          <a:xfrm>
            <a:off x="5209563" y="6499786"/>
            <a:ext cx="126000" cy="124533"/>
          </a:xfrm>
          <a:prstGeom prst="ellipse">
            <a:avLst/>
          </a:prstGeom>
          <a:solidFill>
            <a:srgbClr val="FFCC66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  <a:sym typeface="+mn-lt"/>
            </a:endParaRPr>
          </a:p>
        </p:txBody>
      </p:sp>
      <p:sp>
        <p:nvSpPr>
          <p:cNvPr id="99" name="CaixaDeTexto 21">
            <a:extLst>
              <a:ext uri="{FF2B5EF4-FFF2-40B4-BE49-F238E27FC236}">
                <a16:creationId xmlns:a16="http://schemas.microsoft.com/office/drawing/2014/main" id="{A3566589-0703-9ABA-AF3B-960A5197EE12}"/>
              </a:ext>
            </a:extLst>
          </p:cNvPr>
          <p:cNvSpPr txBox="1"/>
          <p:nvPr/>
        </p:nvSpPr>
        <p:spPr>
          <a:xfrm>
            <a:off x="5272563" y="6495656"/>
            <a:ext cx="1188603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Logística</a:t>
            </a:r>
          </a:p>
        </p:txBody>
      </p:sp>
      <p:sp>
        <p:nvSpPr>
          <p:cNvPr id="100" name="Ellipse 77">
            <a:extLst>
              <a:ext uri="{FF2B5EF4-FFF2-40B4-BE49-F238E27FC236}">
                <a16:creationId xmlns:a16="http://schemas.microsoft.com/office/drawing/2014/main" id="{AD12FA97-DF6B-F188-BE72-716BC0FCBA43}"/>
              </a:ext>
            </a:extLst>
          </p:cNvPr>
          <p:cNvSpPr>
            <a:spLocks/>
          </p:cNvSpPr>
          <p:nvPr/>
        </p:nvSpPr>
        <p:spPr>
          <a:xfrm>
            <a:off x="6800394" y="6499786"/>
            <a:ext cx="126000" cy="124533"/>
          </a:xfrm>
          <a:prstGeom prst="ellipse">
            <a:avLst/>
          </a:prstGeom>
          <a:solidFill>
            <a:srgbClr val="7030A0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  <a:sym typeface="+mn-lt"/>
            </a:endParaRPr>
          </a:p>
        </p:txBody>
      </p:sp>
      <p:sp>
        <p:nvSpPr>
          <p:cNvPr id="101" name="CaixaDeTexto 21">
            <a:extLst>
              <a:ext uri="{FF2B5EF4-FFF2-40B4-BE49-F238E27FC236}">
                <a16:creationId xmlns:a16="http://schemas.microsoft.com/office/drawing/2014/main" id="{17DE5503-72E5-AFE6-9DE5-B46759B10E65}"/>
              </a:ext>
            </a:extLst>
          </p:cNvPr>
          <p:cNvSpPr txBox="1"/>
          <p:nvPr/>
        </p:nvSpPr>
        <p:spPr>
          <a:xfrm>
            <a:off x="6863394" y="6495656"/>
            <a:ext cx="1188603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Bodega</a:t>
            </a:r>
          </a:p>
        </p:txBody>
      </p:sp>
      <p:sp>
        <p:nvSpPr>
          <p:cNvPr id="102" name="Ellipse 77">
            <a:extLst>
              <a:ext uri="{FF2B5EF4-FFF2-40B4-BE49-F238E27FC236}">
                <a16:creationId xmlns:a16="http://schemas.microsoft.com/office/drawing/2014/main" id="{88528BAB-256E-A1E2-5870-0DA95CD0C76E}"/>
              </a:ext>
            </a:extLst>
          </p:cNvPr>
          <p:cNvSpPr>
            <a:spLocks/>
          </p:cNvSpPr>
          <p:nvPr/>
        </p:nvSpPr>
        <p:spPr>
          <a:xfrm>
            <a:off x="8391225" y="6495645"/>
            <a:ext cx="126000" cy="124533"/>
          </a:xfrm>
          <a:prstGeom prst="ellipse">
            <a:avLst/>
          </a:prstGeom>
          <a:solidFill>
            <a:srgbClr val="FF6600"/>
          </a:solidFill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419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ontserrat" panose="00000500000000000000" pitchFamily="2" charset="0"/>
              <a:ea typeface="+mn-ea"/>
              <a:cs typeface="+mn-cs"/>
              <a:sym typeface="+mn-lt"/>
            </a:endParaRPr>
          </a:p>
        </p:txBody>
      </p:sp>
      <p:sp>
        <p:nvSpPr>
          <p:cNvPr id="103" name="CaixaDeTexto 21">
            <a:extLst>
              <a:ext uri="{FF2B5EF4-FFF2-40B4-BE49-F238E27FC236}">
                <a16:creationId xmlns:a16="http://schemas.microsoft.com/office/drawing/2014/main" id="{2A1FD838-300B-D470-DE8C-89717DDE3C93}"/>
              </a:ext>
            </a:extLst>
          </p:cNvPr>
          <p:cNvSpPr txBox="1"/>
          <p:nvPr/>
        </p:nvSpPr>
        <p:spPr>
          <a:xfrm>
            <a:off x="8454225" y="6491515"/>
            <a:ext cx="1188603" cy="138499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419" sz="9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Transversal</a:t>
            </a:r>
          </a:p>
        </p:txBody>
      </p:sp>
      <p:grpSp>
        <p:nvGrpSpPr>
          <p:cNvPr id="104" name="Agrupar 22">
            <a:extLst>
              <a:ext uri="{FF2B5EF4-FFF2-40B4-BE49-F238E27FC236}">
                <a16:creationId xmlns:a16="http://schemas.microsoft.com/office/drawing/2014/main" id="{BF970FA5-ABFA-E895-8C71-0147167EB09D}"/>
              </a:ext>
            </a:extLst>
          </p:cNvPr>
          <p:cNvGrpSpPr/>
          <p:nvPr/>
        </p:nvGrpSpPr>
        <p:grpSpPr>
          <a:xfrm>
            <a:off x="10061692" y="2550759"/>
            <a:ext cx="1188603" cy="572372"/>
            <a:chOff x="1606723" y="2672000"/>
            <a:chExt cx="1188603" cy="572372"/>
          </a:xfrm>
        </p:grpSpPr>
        <p:sp>
          <p:nvSpPr>
            <p:cNvPr id="105" name="Ellipse 77">
              <a:extLst>
                <a:ext uri="{FF2B5EF4-FFF2-40B4-BE49-F238E27FC236}">
                  <a16:creationId xmlns:a16="http://schemas.microsoft.com/office/drawing/2014/main" id="{B7F52374-6227-722E-99DC-B49D7CE16928}"/>
                </a:ext>
              </a:extLst>
            </p:cNvPr>
            <p:cNvSpPr>
              <a:spLocks/>
            </p:cNvSpPr>
            <p:nvPr/>
          </p:nvSpPr>
          <p:spPr>
            <a:xfrm>
              <a:off x="2138024" y="3119839"/>
              <a:ext cx="126000" cy="124533"/>
            </a:xfrm>
            <a:prstGeom prst="ellipse">
              <a:avLst/>
            </a:prstGeom>
            <a:solidFill>
              <a:srgbClr val="002060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419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  <a:sym typeface="+mn-lt"/>
              </a:endParaRPr>
            </a:p>
          </p:txBody>
        </p:sp>
        <p:sp>
          <p:nvSpPr>
            <p:cNvPr id="106" name="CaixaDeTexto 21">
              <a:extLst>
                <a:ext uri="{FF2B5EF4-FFF2-40B4-BE49-F238E27FC236}">
                  <a16:creationId xmlns:a16="http://schemas.microsoft.com/office/drawing/2014/main" id="{4120F8F4-1103-CF56-D754-66EE5AC61FA1}"/>
                </a:ext>
              </a:extLst>
            </p:cNvPr>
            <p:cNvSpPr txBox="1"/>
            <p:nvPr/>
          </p:nvSpPr>
          <p:spPr>
            <a:xfrm>
              <a:off x="1606723" y="2672000"/>
              <a:ext cx="1188603" cy="415498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419" sz="9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Creación de Videos Tutoriales de procesos</a:t>
              </a:r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DC74A401-312A-6B14-3431-5A6E6FDB2AB7}"/>
              </a:ext>
            </a:extLst>
          </p:cNvPr>
          <p:cNvGrpSpPr/>
          <p:nvPr/>
        </p:nvGrpSpPr>
        <p:grpSpPr>
          <a:xfrm>
            <a:off x="5174667" y="1778928"/>
            <a:ext cx="1188603" cy="492074"/>
            <a:chOff x="1803465" y="4480411"/>
            <a:chExt cx="1188603" cy="492074"/>
          </a:xfrm>
        </p:grpSpPr>
        <p:sp>
          <p:nvSpPr>
            <p:cNvPr id="73" name="Ellipse 77">
              <a:extLst>
                <a:ext uri="{FF2B5EF4-FFF2-40B4-BE49-F238E27FC236}">
                  <a16:creationId xmlns:a16="http://schemas.microsoft.com/office/drawing/2014/main" id="{30D9FF15-FFD0-7F27-7110-4D911FB681B7}"/>
                </a:ext>
              </a:extLst>
            </p:cNvPr>
            <p:cNvSpPr>
              <a:spLocks/>
            </p:cNvSpPr>
            <p:nvPr/>
          </p:nvSpPr>
          <p:spPr>
            <a:xfrm>
              <a:off x="2331639" y="4847952"/>
              <a:ext cx="126000" cy="124533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419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  <a:sym typeface="+mn-lt"/>
              </a:endParaRPr>
            </a:p>
          </p:txBody>
        </p:sp>
        <p:sp>
          <p:nvSpPr>
            <p:cNvPr id="107" name="CaixaDeTexto 21">
              <a:extLst>
                <a:ext uri="{FF2B5EF4-FFF2-40B4-BE49-F238E27FC236}">
                  <a16:creationId xmlns:a16="http://schemas.microsoft.com/office/drawing/2014/main" id="{022C48C6-AD00-3D6E-ECFB-44CB93FB4410}"/>
                </a:ext>
              </a:extLst>
            </p:cNvPr>
            <p:cNvSpPr txBox="1"/>
            <p:nvPr/>
          </p:nvSpPr>
          <p:spPr>
            <a:xfrm>
              <a:off x="1803465" y="4480411"/>
              <a:ext cx="1188603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419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Asistir con IA </a:t>
              </a:r>
              <a:r>
                <a:rPr kumimoji="0" lang="es-419" sz="9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Ev</a:t>
              </a:r>
              <a:r>
                <a:rPr kumimoji="0" lang="es-419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. SSO</a:t>
              </a:r>
            </a:p>
          </p:txBody>
        </p:sp>
      </p:grpSp>
      <p:grpSp>
        <p:nvGrpSpPr>
          <p:cNvPr id="108" name="Agrupar 22">
            <a:extLst>
              <a:ext uri="{FF2B5EF4-FFF2-40B4-BE49-F238E27FC236}">
                <a16:creationId xmlns:a16="http://schemas.microsoft.com/office/drawing/2014/main" id="{26126B3D-5BCC-0935-95E7-924A560C081A}"/>
              </a:ext>
            </a:extLst>
          </p:cNvPr>
          <p:cNvGrpSpPr/>
          <p:nvPr/>
        </p:nvGrpSpPr>
        <p:grpSpPr>
          <a:xfrm>
            <a:off x="2296193" y="1671963"/>
            <a:ext cx="1188603" cy="433873"/>
            <a:chOff x="1606723" y="2810499"/>
            <a:chExt cx="1188603" cy="433873"/>
          </a:xfrm>
        </p:grpSpPr>
        <p:sp>
          <p:nvSpPr>
            <p:cNvPr id="109" name="Ellipse 77">
              <a:extLst>
                <a:ext uri="{FF2B5EF4-FFF2-40B4-BE49-F238E27FC236}">
                  <a16:creationId xmlns:a16="http://schemas.microsoft.com/office/drawing/2014/main" id="{164678F6-1727-EAE0-8542-61101D348923}"/>
                </a:ext>
              </a:extLst>
            </p:cNvPr>
            <p:cNvSpPr>
              <a:spLocks/>
            </p:cNvSpPr>
            <p:nvPr/>
          </p:nvSpPr>
          <p:spPr>
            <a:xfrm>
              <a:off x="2138024" y="3119839"/>
              <a:ext cx="126000" cy="124533"/>
            </a:xfrm>
            <a:prstGeom prst="ellipse">
              <a:avLst/>
            </a:prstGeom>
            <a:solidFill>
              <a:srgbClr val="002060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419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  <a:sym typeface="+mn-lt"/>
              </a:endParaRPr>
            </a:p>
          </p:txBody>
        </p:sp>
        <p:sp>
          <p:nvSpPr>
            <p:cNvPr id="110" name="CaixaDeTexto 21">
              <a:extLst>
                <a:ext uri="{FF2B5EF4-FFF2-40B4-BE49-F238E27FC236}">
                  <a16:creationId xmlns:a16="http://schemas.microsoft.com/office/drawing/2014/main" id="{43492A41-2732-64FA-D02F-BF0A516E2E09}"/>
                </a:ext>
              </a:extLst>
            </p:cNvPr>
            <p:cNvSpPr txBox="1"/>
            <p:nvPr/>
          </p:nvSpPr>
          <p:spPr>
            <a:xfrm>
              <a:off x="1606723" y="2810499"/>
              <a:ext cx="1188603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419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Asistir con AI Reporte de Ahorros</a:t>
              </a:r>
            </a:p>
          </p:txBody>
        </p:sp>
      </p:grpSp>
      <p:grpSp>
        <p:nvGrpSpPr>
          <p:cNvPr id="111" name="Agrupar 22">
            <a:extLst>
              <a:ext uri="{FF2B5EF4-FFF2-40B4-BE49-F238E27FC236}">
                <a16:creationId xmlns:a16="http://schemas.microsoft.com/office/drawing/2014/main" id="{14685C94-9D22-E93B-7517-A95E0CC71FCE}"/>
              </a:ext>
            </a:extLst>
          </p:cNvPr>
          <p:cNvGrpSpPr/>
          <p:nvPr/>
        </p:nvGrpSpPr>
        <p:grpSpPr>
          <a:xfrm>
            <a:off x="6260430" y="4618825"/>
            <a:ext cx="1188603" cy="572372"/>
            <a:chOff x="1606723" y="2672000"/>
            <a:chExt cx="1188603" cy="572372"/>
          </a:xfrm>
        </p:grpSpPr>
        <p:sp>
          <p:nvSpPr>
            <p:cNvPr id="112" name="Ellipse 77">
              <a:extLst>
                <a:ext uri="{FF2B5EF4-FFF2-40B4-BE49-F238E27FC236}">
                  <a16:creationId xmlns:a16="http://schemas.microsoft.com/office/drawing/2014/main" id="{CCF592E5-BEA6-6D74-1D1D-242613AD3BCB}"/>
                </a:ext>
              </a:extLst>
            </p:cNvPr>
            <p:cNvSpPr>
              <a:spLocks/>
            </p:cNvSpPr>
            <p:nvPr/>
          </p:nvSpPr>
          <p:spPr>
            <a:xfrm>
              <a:off x="2138024" y="3119839"/>
              <a:ext cx="126000" cy="124533"/>
            </a:xfrm>
            <a:prstGeom prst="ellipse">
              <a:avLst/>
            </a:prstGeom>
            <a:solidFill>
              <a:srgbClr val="002060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419" sz="1400" b="1" i="0" u="none" strike="noStrike" kern="1200" cap="none" spc="0" normalizeH="0" baseline="0" noProof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  <a:sym typeface="+mn-lt"/>
              </a:endParaRPr>
            </a:p>
          </p:txBody>
        </p:sp>
        <p:sp>
          <p:nvSpPr>
            <p:cNvPr id="113" name="CaixaDeTexto 21">
              <a:extLst>
                <a:ext uri="{FF2B5EF4-FFF2-40B4-BE49-F238E27FC236}">
                  <a16:creationId xmlns:a16="http://schemas.microsoft.com/office/drawing/2014/main" id="{21F10C0E-B267-A28B-BEAB-7FF31E0791FD}"/>
                </a:ext>
              </a:extLst>
            </p:cNvPr>
            <p:cNvSpPr txBox="1"/>
            <p:nvPr/>
          </p:nvSpPr>
          <p:spPr>
            <a:xfrm>
              <a:off x="1606723" y="2672000"/>
              <a:ext cx="1188603" cy="415498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419" sz="900" b="1" i="0" u="none" strike="noStrike" kern="1200" cap="none" spc="0" normalizeH="0" baseline="0" noProof="0" dirty="0">
                  <a:ln>
                    <a:noFill/>
                  </a:ln>
                  <a:solidFill>
                    <a:schemeClr val="tx2">
                      <a:lumMod val="60000"/>
                      <a:lumOff val="40000"/>
                    </a:schemeClr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Automatizar Control de procesos</a:t>
              </a:r>
            </a:p>
          </p:txBody>
        </p:sp>
      </p:grpSp>
      <p:grpSp>
        <p:nvGrpSpPr>
          <p:cNvPr id="114" name="Agrupar 22">
            <a:extLst>
              <a:ext uri="{FF2B5EF4-FFF2-40B4-BE49-F238E27FC236}">
                <a16:creationId xmlns:a16="http://schemas.microsoft.com/office/drawing/2014/main" id="{8D010D4D-AB55-D47B-40AF-8B7527D6C113}"/>
              </a:ext>
            </a:extLst>
          </p:cNvPr>
          <p:cNvGrpSpPr/>
          <p:nvPr/>
        </p:nvGrpSpPr>
        <p:grpSpPr>
          <a:xfrm>
            <a:off x="10044776" y="1715574"/>
            <a:ext cx="1188603" cy="433873"/>
            <a:chOff x="1606723" y="2810499"/>
            <a:chExt cx="1188603" cy="433873"/>
          </a:xfrm>
        </p:grpSpPr>
        <p:sp>
          <p:nvSpPr>
            <p:cNvPr id="115" name="Ellipse 77">
              <a:extLst>
                <a:ext uri="{FF2B5EF4-FFF2-40B4-BE49-F238E27FC236}">
                  <a16:creationId xmlns:a16="http://schemas.microsoft.com/office/drawing/2014/main" id="{811136EE-3453-7957-97CD-C837E60DF09E}"/>
                </a:ext>
              </a:extLst>
            </p:cNvPr>
            <p:cNvSpPr>
              <a:spLocks/>
            </p:cNvSpPr>
            <p:nvPr/>
          </p:nvSpPr>
          <p:spPr>
            <a:xfrm>
              <a:off x="2138024" y="3119839"/>
              <a:ext cx="126000" cy="124533"/>
            </a:xfrm>
            <a:prstGeom prst="ellipse">
              <a:avLst/>
            </a:prstGeom>
            <a:solidFill>
              <a:srgbClr val="002060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419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  <a:sym typeface="+mn-lt"/>
              </a:endParaRPr>
            </a:p>
          </p:txBody>
        </p:sp>
        <p:sp>
          <p:nvSpPr>
            <p:cNvPr id="116" name="CaixaDeTexto 21">
              <a:extLst>
                <a:ext uri="{FF2B5EF4-FFF2-40B4-BE49-F238E27FC236}">
                  <a16:creationId xmlns:a16="http://schemas.microsoft.com/office/drawing/2014/main" id="{6E4BA756-28C6-7647-E525-A31686714829}"/>
                </a:ext>
              </a:extLst>
            </p:cNvPr>
            <p:cNvSpPr txBox="1"/>
            <p:nvPr/>
          </p:nvSpPr>
          <p:spPr>
            <a:xfrm>
              <a:off x="1606723" y="2810499"/>
              <a:ext cx="1188603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419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Integración </a:t>
              </a:r>
              <a:r>
                <a:rPr kumimoji="0" lang="es-419" sz="9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DocuSign</a:t>
              </a:r>
              <a:endParaRPr kumimoji="0" lang="es-419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</p:grpSp>
      <p:grpSp>
        <p:nvGrpSpPr>
          <p:cNvPr id="117" name="Agrupar 22">
            <a:extLst>
              <a:ext uri="{FF2B5EF4-FFF2-40B4-BE49-F238E27FC236}">
                <a16:creationId xmlns:a16="http://schemas.microsoft.com/office/drawing/2014/main" id="{785E1DC6-4783-6BE5-E984-BC898B05AF15}"/>
              </a:ext>
            </a:extLst>
          </p:cNvPr>
          <p:cNvGrpSpPr/>
          <p:nvPr/>
        </p:nvGrpSpPr>
        <p:grpSpPr>
          <a:xfrm>
            <a:off x="925068" y="3672308"/>
            <a:ext cx="1188603" cy="433873"/>
            <a:chOff x="1606723" y="2810499"/>
            <a:chExt cx="1188603" cy="433873"/>
          </a:xfrm>
        </p:grpSpPr>
        <p:sp>
          <p:nvSpPr>
            <p:cNvPr id="118" name="Ellipse 77">
              <a:extLst>
                <a:ext uri="{FF2B5EF4-FFF2-40B4-BE49-F238E27FC236}">
                  <a16:creationId xmlns:a16="http://schemas.microsoft.com/office/drawing/2014/main" id="{E4A8822A-7757-FDE2-3A31-D2C41238DFCB}"/>
                </a:ext>
              </a:extLst>
            </p:cNvPr>
            <p:cNvSpPr>
              <a:spLocks/>
            </p:cNvSpPr>
            <p:nvPr/>
          </p:nvSpPr>
          <p:spPr>
            <a:xfrm>
              <a:off x="2138024" y="3119839"/>
              <a:ext cx="126000" cy="124533"/>
            </a:xfrm>
            <a:prstGeom prst="ellipse">
              <a:avLst/>
            </a:prstGeom>
            <a:solidFill>
              <a:srgbClr val="002060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419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  <a:sym typeface="+mn-lt"/>
              </a:endParaRPr>
            </a:p>
          </p:txBody>
        </p:sp>
        <p:sp>
          <p:nvSpPr>
            <p:cNvPr id="119" name="CaixaDeTexto 21">
              <a:extLst>
                <a:ext uri="{FF2B5EF4-FFF2-40B4-BE49-F238E27FC236}">
                  <a16:creationId xmlns:a16="http://schemas.microsoft.com/office/drawing/2014/main" id="{DBFE65BD-EFE9-3B4B-6AAB-69385295C566}"/>
                </a:ext>
              </a:extLst>
            </p:cNvPr>
            <p:cNvSpPr txBox="1"/>
            <p:nvPr/>
          </p:nvSpPr>
          <p:spPr>
            <a:xfrm>
              <a:off x="1606723" y="2810499"/>
              <a:ext cx="1188603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419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Mejoras Sourcing Plan</a:t>
              </a:r>
            </a:p>
          </p:txBody>
        </p:sp>
      </p:grpSp>
      <p:grpSp>
        <p:nvGrpSpPr>
          <p:cNvPr id="120" name="Agrupar 22">
            <a:extLst>
              <a:ext uri="{FF2B5EF4-FFF2-40B4-BE49-F238E27FC236}">
                <a16:creationId xmlns:a16="http://schemas.microsoft.com/office/drawing/2014/main" id="{555BDE0D-D80E-28C8-63AC-031B78527507}"/>
              </a:ext>
            </a:extLst>
          </p:cNvPr>
          <p:cNvGrpSpPr/>
          <p:nvPr/>
        </p:nvGrpSpPr>
        <p:grpSpPr>
          <a:xfrm>
            <a:off x="2330840" y="2474239"/>
            <a:ext cx="1188603" cy="572372"/>
            <a:chOff x="1606723" y="2672000"/>
            <a:chExt cx="1188603" cy="572372"/>
          </a:xfrm>
        </p:grpSpPr>
        <p:sp>
          <p:nvSpPr>
            <p:cNvPr id="121" name="Ellipse 77">
              <a:extLst>
                <a:ext uri="{FF2B5EF4-FFF2-40B4-BE49-F238E27FC236}">
                  <a16:creationId xmlns:a16="http://schemas.microsoft.com/office/drawing/2014/main" id="{02D81B86-4B07-4287-8371-33F168BA6E57}"/>
                </a:ext>
              </a:extLst>
            </p:cNvPr>
            <p:cNvSpPr>
              <a:spLocks/>
            </p:cNvSpPr>
            <p:nvPr/>
          </p:nvSpPr>
          <p:spPr>
            <a:xfrm>
              <a:off x="2138024" y="3119839"/>
              <a:ext cx="126000" cy="124533"/>
            </a:xfrm>
            <a:prstGeom prst="ellipse">
              <a:avLst/>
            </a:prstGeom>
            <a:solidFill>
              <a:srgbClr val="00CC99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419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  <a:sym typeface="+mn-lt"/>
              </a:endParaRPr>
            </a:p>
          </p:txBody>
        </p:sp>
        <p:sp>
          <p:nvSpPr>
            <p:cNvPr id="122" name="CaixaDeTexto 21">
              <a:extLst>
                <a:ext uri="{FF2B5EF4-FFF2-40B4-BE49-F238E27FC236}">
                  <a16:creationId xmlns:a16="http://schemas.microsoft.com/office/drawing/2014/main" id="{A3A014E4-1573-A4C8-41B3-12F4ACDA5865}"/>
                </a:ext>
              </a:extLst>
            </p:cNvPr>
            <p:cNvSpPr txBox="1"/>
            <p:nvPr/>
          </p:nvSpPr>
          <p:spPr>
            <a:xfrm>
              <a:off x="1606723" y="2672000"/>
              <a:ext cx="1188603" cy="415498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419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Reportabilidad Proveedores y PPFM centralizada</a:t>
              </a:r>
            </a:p>
          </p:txBody>
        </p:sp>
      </p:grpSp>
      <p:grpSp>
        <p:nvGrpSpPr>
          <p:cNvPr id="123" name="Agrupar 22">
            <a:extLst>
              <a:ext uri="{FF2B5EF4-FFF2-40B4-BE49-F238E27FC236}">
                <a16:creationId xmlns:a16="http://schemas.microsoft.com/office/drawing/2014/main" id="{372AA1DF-3F7F-C99D-B6ED-7C190DB5E9DE}"/>
              </a:ext>
            </a:extLst>
          </p:cNvPr>
          <p:cNvGrpSpPr/>
          <p:nvPr/>
        </p:nvGrpSpPr>
        <p:grpSpPr>
          <a:xfrm>
            <a:off x="5188130" y="3976027"/>
            <a:ext cx="1188603" cy="433873"/>
            <a:chOff x="1606723" y="2810499"/>
            <a:chExt cx="1188603" cy="433873"/>
          </a:xfrm>
        </p:grpSpPr>
        <p:sp>
          <p:nvSpPr>
            <p:cNvPr id="124" name="Ellipse 77">
              <a:extLst>
                <a:ext uri="{FF2B5EF4-FFF2-40B4-BE49-F238E27FC236}">
                  <a16:creationId xmlns:a16="http://schemas.microsoft.com/office/drawing/2014/main" id="{0040587D-BECD-A581-263E-7BF26D0DE6BA}"/>
                </a:ext>
              </a:extLst>
            </p:cNvPr>
            <p:cNvSpPr>
              <a:spLocks/>
            </p:cNvSpPr>
            <p:nvPr/>
          </p:nvSpPr>
          <p:spPr>
            <a:xfrm>
              <a:off x="2138024" y="3119839"/>
              <a:ext cx="126000" cy="124533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419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  <a:sym typeface="+mn-lt"/>
              </a:endParaRPr>
            </a:p>
          </p:txBody>
        </p:sp>
        <p:sp>
          <p:nvSpPr>
            <p:cNvPr id="125" name="CaixaDeTexto 21">
              <a:extLst>
                <a:ext uri="{FF2B5EF4-FFF2-40B4-BE49-F238E27FC236}">
                  <a16:creationId xmlns:a16="http://schemas.microsoft.com/office/drawing/2014/main" id="{DE056D63-BCBB-6A7B-767A-58E396DD6E32}"/>
                </a:ext>
              </a:extLst>
            </p:cNvPr>
            <p:cNvSpPr txBox="1"/>
            <p:nvPr/>
          </p:nvSpPr>
          <p:spPr>
            <a:xfrm>
              <a:off x="1606723" y="2810499"/>
              <a:ext cx="1188603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419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ZMM_005 para aprobar OST</a:t>
              </a:r>
              <a:endParaRPr kumimoji="0" lang="es-419" sz="9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endParaRPr>
            </a:p>
          </p:txBody>
        </p:sp>
      </p:grpSp>
      <p:grpSp>
        <p:nvGrpSpPr>
          <p:cNvPr id="126" name="Agrupar 22">
            <a:extLst>
              <a:ext uri="{FF2B5EF4-FFF2-40B4-BE49-F238E27FC236}">
                <a16:creationId xmlns:a16="http://schemas.microsoft.com/office/drawing/2014/main" id="{FAF8F0C2-41AE-5F08-CC67-2A6A5F380A55}"/>
              </a:ext>
            </a:extLst>
          </p:cNvPr>
          <p:cNvGrpSpPr/>
          <p:nvPr/>
        </p:nvGrpSpPr>
        <p:grpSpPr>
          <a:xfrm>
            <a:off x="6214247" y="3536457"/>
            <a:ext cx="1188603" cy="295373"/>
            <a:chOff x="1606723" y="2948999"/>
            <a:chExt cx="1188603" cy="295373"/>
          </a:xfrm>
        </p:grpSpPr>
        <p:sp>
          <p:nvSpPr>
            <p:cNvPr id="127" name="Ellipse 77">
              <a:extLst>
                <a:ext uri="{FF2B5EF4-FFF2-40B4-BE49-F238E27FC236}">
                  <a16:creationId xmlns:a16="http://schemas.microsoft.com/office/drawing/2014/main" id="{D09FE209-749E-5795-9992-6569BD819110}"/>
                </a:ext>
              </a:extLst>
            </p:cNvPr>
            <p:cNvSpPr>
              <a:spLocks/>
            </p:cNvSpPr>
            <p:nvPr/>
          </p:nvSpPr>
          <p:spPr>
            <a:xfrm>
              <a:off x="2138024" y="3119839"/>
              <a:ext cx="126000" cy="124533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419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  <a:sym typeface="+mn-lt"/>
              </a:endParaRPr>
            </a:p>
          </p:txBody>
        </p:sp>
        <p:sp>
          <p:nvSpPr>
            <p:cNvPr id="128" name="CaixaDeTexto 21">
              <a:extLst>
                <a:ext uri="{FF2B5EF4-FFF2-40B4-BE49-F238E27FC236}">
                  <a16:creationId xmlns:a16="http://schemas.microsoft.com/office/drawing/2014/main" id="{A4B0C62D-9012-ED74-5EB5-0D6E60EA92A0}"/>
                </a:ext>
              </a:extLst>
            </p:cNvPr>
            <p:cNvSpPr txBox="1"/>
            <p:nvPr/>
          </p:nvSpPr>
          <p:spPr>
            <a:xfrm>
              <a:off x="1606723" y="2948999"/>
              <a:ext cx="1188603" cy="138499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419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PPT Express con IA</a:t>
              </a:r>
            </a:p>
          </p:txBody>
        </p:sp>
      </p:grpSp>
      <p:grpSp>
        <p:nvGrpSpPr>
          <p:cNvPr id="129" name="Agrupar 22">
            <a:extLst>
              <a:ext uri="{FF2B5EF4-FFF2-40B4-BE49-F238E27FC236}">
                <a16:creationId xmlns:a16="http://schemas.microsoft.com/office/drawing/2014/main" id="{ED7E1181-5E19-D548-40B7-F5DFF7AE1516}"/>
              </a:ext>
            </a:extLst>
          </p:cNvPr>
          <p:cNvGrpSpPr/>
          <p:nvPr/>
        </p:nvGrpSpPr>
        <p:grpSpPr>
          <a:xfrm>
            <a:off x="9910294" y="3542851"/>
            <a:ext cx="1491397" cy="922011"/>
            <a:chOff x="1606723" y="2395001"/>
            <a:chExt cx="1491397" cy="922011"/>
          </a:xfrm>
        </p:grpSpPr>
        <p:sp>
          <p:nvSpPr>
            <p:cNvPr id="130" name="Ellipse 77">
              <a:extLst>
                <a:ext uri="{FF2B5EF4-FFF2-40B4-BE49-F238E27FC236}">
                  <a16:creationId xmlns:a16="http://schemas.microsoft.com/office/drawing/2014/main" id="{B41D2C48-5C64-4E9A-C4BA-73E2304D1210}"/>
                </a:ext>
              </a:extLst>
            </p:cNvPr>
            <p:cNvSpPr>
              <a:spLocks/>
            </p:cNvSpPr>
            <p:nvPr/>
          </p:nvSpPr>
          <p:spPr>
            <a:xfrm>
              <a:off x="2307492" y="3192479"/>
              <a:ext cx="126000" cy="124533"/>
            </a:xfrm>
            <a:prstGeom prst="ellipse">
              <a:avLst/>
            </a:prstGeom>
            <a:solidFill>
              <a:srgbClr val="002060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419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  <a:sym typeface="+mn-lt"/>
              </a:endParaRPr>
            </a:p>
          </p:txBody>
        </p:sp>
        <p:sp>
          <p:nvSpPr>
            <p:cNvPr id="131" name="CaixaDeTexto 21">
              <a:extLst>
                <a:ext uri="{FF2B5EF4-FFF2-40B4-BE49-F238E27FC236}">
                  <a16:creationId xmlns:a16="http://schemas.microsoft.com/office/drawing/2014/main" id="{0F43BD1F-E2FC-6184-FB94-08544667E6F7}"/>
                </a:ext>
              </a:extLst>
            </p:cNvPr>
            <p:cNvSpPr txBox="1"/>
            <p:nvPr/>
          </p:nvSpPr>
          <p:spPr>
            <a:xfrm>
              <a:off x="1606723" y="2395001"/>
              <a:ext cx="1491397" cy="692497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419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Inteligencia de proveedores </a:t>
              </a:r>
              <a:r>
                <a:rPr kumimoji="0" lang="es-419" sz="9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(desempeño histórico, indicadores financieros, incidentes SSO, </a:t>
              </a:r>
              <a:r>
                <a:rPr kumimoji="0" lang="es-419" sz="90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etc</a:t>
              </a:r>
              <a:r>
                <a:rPr kumimoji="0" lang="es-419" sz="90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)</a:t>
              </a:r>
            </a:p>
          </p:txBody>
        </p:sp>
      </p:grpSp>
      <p:grpSp>
        <p:nvGrpSpPr>
          <p:cNvPr id="132" name="Agrupar 22">
            <a:extLst>
              <a:ext uri="{FF2B5EF4-FFF2-40B4-BE49-F238E27FC236}">
                <a16:creationId xmlns:a16="http://schemas.microsoft.com/office/drawing/2014/main" id="{8525163E-70EF-E4B3-244D-B35573BDACE6}"/>
              </a:ext>
            </a:extLst>
          </p:cNvPr>
          <p:cNvGrpSpPr/>
          <p:nvPr/>
        </p:nvGrpSpPr>
        <p:grpSpPr>
          <a:xfrm>
            <a:off x="3484796" y="3411644"/>
            <a:ext cx="1188603" cy="433873"/>
            <a:chOff x="1606723" y="2810499"/>
            <a:chExt cx="1188603" cy="433873"/>
          </a:xfrm>
        </p:grpSpPr>
        <p:sp>
          <p:nvSpPr>
            <p:cNvPr id="133" name="Ellipse 77">
              <a:extLst>
                <a:ext uri="{FF2B5EF4-FFF2-40B4-BE49-F238E27FC236}">
                  <a16:creationId xmlns:a16="http://schemas.microsoft.com/office/drawing/2014/main" id="{158847E1-4184-79CF-2A08-A427D8512566}"/>
                </a:ext>
              </a:extLst>
            </p:cNvPr>
            <p:cNvSpPr>
              <a:spLocks/>
            </p:cNvSpPr>
            <p:nvPr/>
          </p:nvSpPr>
          <p:spPr>
            <a:xfrm>
              <a:off x="2138024" y="3119839"/>
              <a:ext cx="126000" cy="124533"/>
            </a:xfrm>
            <a:prstGeom prst="ellipse">
              <a:avLst/>
            </a:prstGeom>
            <a:solidFill>
              <a:schemeClr val="accent2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419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  <a:sym typeface="+mn-lt"/>
              </a:endParaRPr>
            </a:p>
          </p:txBody>
        </p:sp>
        <p:sp>
          <p:nvSpPr>
            <p:cNvPr id="134" name="CaixaDeTexto 21">
              <a:extLst>
                <a:ext uri="{FF2B5EF4-FFF2-40B4-BE49-F238E27FC236}">
                  <a16:creationId xmlns:a16="http://schemas.microsoft.com/office/drawing/2014/main" id="{85A02AC1-6C47-083F-BCF9-FFF922EE0D9D}"/>
                </a:ext>
              </a:extLst>
            </p:cNvPr>
            <p:cNvSpPr txBox="1"/>
            <p:nvPr/>
          </p:nvSpPr>
          <p:spPr>
            <a:xfrm>
              <a:off x="1606723" y="2810499"/>
              <a:ext cx="1188603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419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Preparación set documental IA</a:t>
              </a:r>
            </a:p>
          </p:txBody>
        </p:sp>
      </p:grpSp>
      <p:grpSp>
        <p:nvGrpSpPr>
          <p:cNvPr id="135" name="Agrupar 22">
            <a:extLst>
              <a:ext uri="{FF2B5EF4-FFF2-40B4-BE49-F238E27FC236}">
                <a16:creationId xmlns:a16="http://schemas.microsoft.com/office/drawing/2014/main" id="{A5EC203E-BED7-E2B5-BF3E-A33A2779151F}"/>
              </a:ext>
            </a:extLst>
          </p:cNvPr>
          <p:cNvGrpSpPr/>
          <p:nvPr/>
        </p:nvGrpSpPr>
        <p:grpSpPr>
          <a:xfrm>
            <a:off x="2330840" y="3857856"/>
            <a:ext cx="1188603" cy="572372"/>
            <a:chOff x="1606723" y="2672000"/>
            <a:chExt cx="1188603" cy="572372"/>
          </a:xfrm>
        </p:grpSpPr>
        <p:sp>
          <p:nvSpPr>
            <p:cNvPr id="136" name="Ellipse 77">
              <a:extLst>
                <a:ext uri="{FF2B5EF4-FFF2-40B4-BE49-F238E27FC236}">
                  <a16:creationId xmlns:a16="http://schemas.microsoft.com/office/drawing/2014/main" id="{41224599-9781-153F-3965-5E3F2685310D}"/>
                </a:ext>
              </a:extLst>
            </p:cNvPr>
            <p:cNvSpPr>
              <a:spLocks/>
            </p:cNvSpPr>
            <p:nvPr/>
          </p:nvSpPr>
          <p:spPr>
            <a:xfrm>
              <a:off x="2138024" y="3119839"/>
              <a:ext cx="126000" cy="124533"/>
            </a:xfrm>
            <a:prstGeom prst="ellipse">
              <a:avLst/>
            </a:prstGeom>
            <a:solidFill>
              <a:srgbClr val="002060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419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  <a:sym typeface="+mn-lt"/>
              </a:endParaRPr>
            </a:p>
          </p:txBody>
        </p:sp>
        <p:sp>
          <p:nvSpPr>
            <p:cNvPr id="137" name="CaixaDeTexto 21">
              <a:extLst>
                <a:ext uri="{FF2B5EF4-FFF2-40B4-BE49-F238E27FC236}">
                  <a16:creationId xmlns:a16="http://schemas.microsoft.com/office/drawing/2014/main" id="{B7CB579C-D646-6E15-8DBE-3A586707E4DC}"/>
                </a:ext>
              </a:extLst>
            </p:cNvPr>
            <p:cNvSpPr txBox="1"/>
            <p:nvPr/>
          </p:nvSpPr>
          <p:spPr>
            <a:xfrm>
              <a:off x="1606723" y="2672000"/>
              <a:ext cx="1188603" cy="415498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419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Automatización reporte escrituración SOFI</a:t>
              </a:r>
            </a:p>
          </p:txBody>
        </p:sp>
      </p:grpSp>
      <p:grpSp>
        <p:nvGrpSpPr>
          <p:cNvPr id="2" name="Agrupar 22">
            <a:extLst>
              <a:ext uri="{FF2B5EF4-FFF2-40B4-BE49-F238E27FC236}">
                <a16:creationId xmlns:a16="http://schemas.microsoft.com/office/drawing/2014/main" id="{E643D1C7-9088-D8FE-351C-F11FA07D71F4}"/>
              </a:ext>
            </a:extLst>
          </p:cNvPr>
          <p:cNvGrpSpPr/>
          <p:nvPr/>
        </p:nvGrpSpPr>
        <p:grpSpPr>
          <a:xfrm>
            <a:off x="839811" y="4862031"/>
            <a:ext cx="1188603" cy="433873"/>
            <a:chOff x="1606723" y="2810499"/>
            <a:chExt cx="1188603" cy="433873"/>
          </a:xfrm>
        </p:grpSpPr>
        <p:sp>
          <p:nvSpPr>
            <p:cNvPr id="3" name="Ellipse 77">
              <a:extLst>
                <a:ext uri="{FF2B5EF4-FFF2-40B4-BE49-F238E27FC236}">
                  <a16:creationId xmlns:a16="http://schemas.microsoft.com/office/drawing/2014/main" id="{E23DCA6A-39A0-AE8D-8E22-6878E9761947}"/>
                </a:ext>
              </a:extLst>
            </p:cNvPr>
            <p:cNvSpPr>
              <a:spLocks/>
            </p:cNvSpPr>
            <p:nvPr/>
          </p:nvSpPr>
          <p:spPr>
            <a:xfrm>
              <a:off x="2138024" y="3119839"/>
              <a:ext cx="126000" cy="124533"/>
            </a:xfrm>
            <a:prstGeom prst="ellipse">
              <a:avLst/>
            </a:prstGeom>
            <a:solidFill>
              <a:srgbClr val="002060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419" sz="14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sym typeface="+mn-lt"/>
              </a:endParaRPr>
            </a:p>
          </p:txBody>
        </p:sp>
        <p:sp>
          <p:nvSpPr>
            <p:cNvPr id="4" name="CaixaDeTexto 21">
              <a:extLst>
                <a:ext uri="{FF2B5EF4-FFF2-40B4-BE49-F238E27FC236}">
                  <a16:creationId xmlns:a16="http://schemas.microsoft.com/office/drawing/2014/main" id="{86D11465-DE43-6319-0FD1-11D4FB101253}"/>
                </a:ext>
              </a:extLst>
            </p:cNvPr>
            <p:cNvSpPr txBox="1"/>
            <p:nvPr/>
          </p:nvSpPr>
          <p:spPr>
            <a:xfrm>
              <a:off x="1606723" y="2810499"/>
              <a:ext cx="1188603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algn="ctr"/>
              <a:r>
                <a:rPr lang="es-419" sz="900" b="1" dirty="0">
                  <a:latin typeface="Montserrat" panose="00000500000000000000" pitchFamily="2" charset="0"/>
                </a:rPr>
                <a:t>Conectar ARIBA a Sourcing Plan</a:t>
              </a:r>
            </a:p>
          </p:txBody>
        </p:sp>
      </p:grpSp>
      <p:grpSp>
        <p:nvGrpSpPr>
          <p:cNvPr id="38" name="Agrupar 22">
            <a:extLst>
              <a:ext uri="{FF2B5EF4-FFF2-40B4-BE49-F238E27FC236}">
                <a16:creationId xmlns:a16="http://schemas.microsoft.com/office/drawing/2014/main" id="{ACA5C14F-2B0F-5D1A-1449-8224DCD67E7C}"/>
              </a:ext>
            </a:extLst>
          </p:cNvPr>
          <p:cNvGrpSpPr/>
          <p:nvPr/>
        </p:nvGrpSpPr>
        <p:grpSpPr>
          <a:xfrm>
            <a:off x="3618200" y="4340329"/>
            <a:ext cx="1188603" cy="572372"/>
            <a:chOff x="1606723" y="2672000"/>
            <a:chExt cx="1188603" cy="572372"/>
          </a:xfrm>
        </p:grpSpPr>
        <p:sp>
          <p:nvSpPr>
            <p:cNvPr id="39" name="Ellipse 77">
              <a:extLst>
                <a:ext uri="{FF2B5EF4-FFF2-40B4-BE49-F238E27FC236}">
                  <a16:creationId xmlns:a16="http://schemas.microsoft.com/office/drawing/2014/main" id="{DC6CA72C-D587-299C-BCB1-3AB9524D0E02}"/>
                </a:ext>
              </a:extLst>
            </p:cNvPr>
            <p:cNvSpPr>
              <a:spLocks/>
            </p:cNvSpPr>
            <p:nvPr/>
          </p:nvSpPr>
          <p:spPr>
            <a:xfrm>
              <a:off x="2138024" y="3119839"/>
              <a:ext cx="126000" cy="124533"/>
            </a:xfrm>
            <a:prstGeom prst="ellipse">
              <a:avLst/>
            </a:prstGeom>
            <a:solidFill>
              <a:srgbClr val="002060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419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  <a:sym typeface="+mn-lt"/>
              </a:endParaRPr>
            </a:p>
          </p:txBody>
        </p:sp>
        <p:sp>
          <p:nvSpPr>
            <p:cNvPr id="40" name="CaixaDeTexto 21">
              <a:extLst>
                <a:ext uri="{FF2B5EF4-FFF2-40B4-BE49-F238E27FC236}">
                  <a16:creationId xmlns:a16="http://schemas.microsoft.com/office/drawing/2014/main" id="{C257E9F5-D14D-A0B4-B89E-AAD7E9CDC57E}"/>
                </a:ext>
              </a:extLst>
            </p:cNvPr>
            <p:cNvSpPr txBox="1"/>
            <p:nvPr/>
          </p:nvSpPr>
          <p:spPr>
            <a:xfrm>
              <a:off x="1606723" y="2672000"/>
              <a:ext cx="1188603" cy="415498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419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Automatización reporte cierre contratos</a:t>
              </a:r>
            </a:p>
          </p:txBody>
        </p:sp>
      </p:grpSp>
      <p:grpSp>
        <p:nvGrpSpPr>
          <p:cNvPr id="41" name="Agrupar 22">
            <a:extLst>
              <a:ext uri="{FF2B5EF4-FFF2-40B4-BE49-F238E27FC236}">
                <a16:creationId xmlns:a16="http://schemas.microsoft.com/office/drawing/2014/main" id="{CD1A3B42-D70D-0533-0066-C877FD07DD43}"/>
              </a:ext>
            </a:extLst>
          </p:cNvPr>
          <p:cNvGrpSpPr/>
          <p:nvPr/>
        </p:nvGrpSpPr>
        <p:grpSpPr>
          <a:xfrm>
            <a:off x="6338252" y="1593024"/>
            <a:ext cx="1188603" cy="433873"/>
            <a:chOff x="1606723" y="2810499"/>
            <a:chExt cx="1188603" cy="433873"/>
          </a:xfrm>
        </p:grpSpPr>
        <p:sp>
          <p:nvSpPr>
            <p:cNvPr id="42" name="Ellipse 77">
              <a:extLst>
                <a:ext uri="{FF2B5EF4-FFF2-40B4-BE49-F238E27FC236}">
                  <a16:creationId xmlns:a16="http://schemas.microsoft.com/office/drawing/2014/main" id="{5F51794F-F312-7D18-16F1-79EA9EFB9848}"/>
                </a:ext>
              </a:extLst>
            </p:cNvPr>
            <p:cNvSpPr>
              <a:spLocks/>
            </p:cNvSpPr>
            <p:nvPr/>
          </p:nvSpPr>
          <p:spPr>
            <a:xfrm>
              <a:off x="2138024" y="3119839"/>
              <a:ext cx="126000" cy="124533"/>
            </a:xfrm>
            <a:prstGeom prst="ellipse">
              <a:avLst/>
            </a:prstGeom>
            <a:solidFill>
              <a:srgbClr val="002060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419" sz="14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sym typeface="+mn-lt"/>
              </a:endParaRPr>
            </a:p>
          </p:txBody>
        </p:sp>
        <p:sp>
          <p:nvSpPr>
            <p:cNvPr id="43" name="CaixaDeTexto 21">
              <a:extLst>
                <a:ext uri="{FF2B5EF4-FFF2-40B4-BE49-F238E27FC236}">
                  <a16:creationId xmlns:a16="http://schemas.microsoft.com/office/drawing/2014/main" id="{0A6D3CA8-10BA-4D62-1F88-848FFE999312}"/>
                </a:ext>
              </a:extLst>
            </p:cNvPr>
            <p:cNvSpPr txBox="1"/>
            <p:nvPr/>
          </p:nvSpPr>
          <p:spPr>
            <a:xfrm>
              <a:off x="1606723" y="2810499"/>
              <a:ext cx="1188603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algn="ctr"/>
              <a:r>
                <a:rPr lang="es-419" sz="900" b="1" dirty="0">
                  <a:latin typeface="Montserrat" panose="00000500000000000000" pitchFamily="2" charset="0"/>
                </a:rPr>
                <a:t>Inventario de Cierre</a:t>
              </a:r>
            </a:p>
          </p:txBody>
        </p:sp>
      </p:grpSp>
      <p:cxnSp>
        <p:nvCxnSpPr>
          <p:cNvPr id="10" name="Gerader Verbinder 60">
            <a:extLst>
              <a:ext uri="{FF2B5EF4-FFF2-40B4-BE49-F238E27FC236}">
                <a16:creationId xmlns:a16="http://schemas.microsoft.com/office/drawing/2014/main" id="{40DBCA89-66B6-8E24-CE4A-83535781D16E}"/>
              </a:ext>
            </a:extLst>
          </p:cNvPr>
          <p:cNvCxnSpPr>
            <a:cxnSpLocks/>
          </p:cNvCxnSpPr>
          <p:nvPr/>
        </p:nvCxnSpPr>
        <p:spPr>
          <a:xfrm>
            <a:off x="9615917" y="1399574"/>
            <a:ext cx="0" cy="4799992"/>
          </a:xfrm>
          <a:prstGeom prst="line">
            <a:avLst/>
          </a:prstGeom>
          <a:ln w="12700" cap="rnd">
            <a:solidFill>
              <a:srgbClr val="0070C0"/>
            </a:solidFill>
            <a:prstDash val="sysDot"/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platzhalter 5">
            <a:extLst>
              <a:ext uri="{FF2B5EF4-FFF2-40B4-BE49-F238E27FC236}">
                <a16:creationId xmlns:a16="http://schemas.microsoft.com/office/drawing/2014/main" id="{A01E1A31-EF70-A7AA-EBF1-92E406F24789}"/>
              </a:ext>
            </a:extLst>
          </p:cNvPr>
          <p:cNvSpPr txBox="1">
            <a:spLocks/>
          </p:cNvSpPr>
          <p:nvPr/>
        </p:nvSpPr>
        <p:spPr>
          <a:xfrm>
            <a:off x="9837123" y="1164466"/>
            <a:ext cx="1414509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0"/>
              </a:spcAft>
              <a:buFont typeface="Arial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44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8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32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76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576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76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76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76000" indent="-144000" algn="l" defTabSz="914400" rtl="0" eaLnBrk="1" latinLnBrk="0" hangingPunct="1">
              <a:spcBef>
                <a:spcPts val="0"/>
              </a:spcBef>
              <a:spcAft>
                <a:spcPts val="0"/>
              </a:spcAft>
              <a:buSzPct val="100000"/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s-419" sz="1100" b="1" i="0" u="none" strike="noStrike" kern="1200" cap="none" spc="0" normalizeH="0" baseline="0" noProof="0" dirty="0">
                <a:ln>
                  <a:noFill/>
                </a:ln>
                <a:solidFill>
                  <a:srgbClr val="FF6600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</a:rPr>
              <a:t>Q2-27</a:t>
            </a:r>
          </a:p>
        </p:txBody>
      </p:sp>
      <p:grpSp>
        <p:nvGrpSpPr>
          <p:cNvPr id="12" name="Agrupar 22">
            <a:extLst>
              <a:ext uri="{FF2B5EF4-FFF2-40B4-BE49-F238E27FC236}">
                <a16:creationId xmlns:a16="http://schemas.microsoft.com/office/drawing/2014/main" id="{880C437F-BC37-FEE6-A2A5-35502B8CE2E2}"/>
              </a:ext>
            </a:extLst>
          </p:cNvPr>
          <p:cNvGrpSpPr/>
          <p:nvPr/>
        </p:nvGrpSpPr>
        <p:grpSpPr>
          <a:xfrm>
            <a:off x="5129962" y="5474317"/>
            <a:ext cx="1188603" cy="433873"/>
            <a:chOff x="1606723" y="2810499"/>
            <a:chExt cx="1188603" cy="433873"/>
          </a:xfrm>
        </p:grpSpPr>
        <p:sp>
          <p:nvSpPr>
            <p:cNvPr id="25" name="Ellipse 77">
              <a:extLst>
                <a:ext uri="{FF2B5EF4-FFF2-40B4-BE49-F238E27FC236}">
                  <a16:creationId xmlns:a16="http://schemas.microsoft.com/office/drawing/2014/main" id="{2C06690D-3715-B5FF-20CE-A4319ED114CA}"/>
                </a:ext>
              </a:extLst>
            </p:cNvPr>
            <p:cNvSpPr>
              <a:spLocks/>
            </p:cNvSpPr>
            <p:nvPr/>
          </p:nvSpPr>
          <p:spPr>
            <a:xfrm>
              <a:off x="2138024" y="3119839"/>
              <a:ext cx="126000" cy="124533"/>
            </a:xfrm>
            <a:prstGeom prst="ellipse">
              <a:avLst/>
            </a:prstGeom>
            <a:solidFill>
              <a:srgbClr val="002060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419" sz="1400" b="0" i="0" u="none" strike="noStrike" kern="120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sym typeface="+mn-lt"/>
              </a:endParaRPr>
            </a:p>
          </p:txBody>
        </p:sp>
        <p:sp>
          <p:nvSpPr>
            <p:cNvPr id="26" name="CaixaDeTexto 21">
              <a:extLst>
                <a:ext uri="{FF2B5EF4-FFF2-40B4-BE49-F238E27FC236}">
                  <a16:creationId xmlns:a16="http://schemas.microsoft.com/office/drawing/2014/main" id="{C375ED49-D174-1A95-0036-4EF53CC34956}"/>
                </a:ext>
              </a:extLst>
            </p:cNvPr>
            <p:cNvSpPr txBox="1"/>
            <p:nvPr/>
          </p:nvSpPr>
          <p:spPr>
            <a:xfrm>
              <a:off x="1606723" y="2810499"/>
              <a:ext cx="1188603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algn="ctr"/>
              <a:r>
                <a:rPr lang="es-419" sz="900" b="1" dirty="0">
                  <a:latin typeface="Montserrat" panose="00000500000000000000" pitchFamily="2" charset="0"/>
                </a:rPr>
                <a:t>Reporte liberadores pendientes SOFI</a:t>
              </a:r>
            </a:p>
          </p:txBody>
        </p:sp>
      </p:grpSp>
      <p:grpSp>
        <p:nvGrpSpPr>
          <p:cNvPr id="35" name="Agrupar 22">
            <a:extLst>
              <a:ext uri="{FF2B5EF4-FFF2-40B4-BE49-F238E27FC236}">
                <a16:creationId xmlns:a16="http://schemas.microsoft.com/office/drawing/2014/main" id="{6686D4B3-37E1-8B57-5716-AF508FDE19C3}"/>
              </a:ext>
            </a:extLst>
          </p:cNvPr>
          <p:cNvGrpSpPr/>
          <p:nvPr/>
        </p:nvGrpSpPr>
        <p:grpSpPr>
          <a:xfrm>
            <a:off x="106563" y="4046453"/>
            <a:ext cx="1188603" cy="572372"/>
            <a:chOff x="1606723" y="2672000"/>
            <a:chExt cx="1188603" cy="572372"/>
          </a:xfrm>
        </p:grpSpPr>
        <p:sp>
          <p:nvSpPr>
            <p:cNvPr id="36" name="Ellipse 77">
              <a:extLst>
                <a:ext uri="{FF2B5EF4-FFF2-40B4-BE49-F238E27FC236}">
                  <a16:creationId xmlns:a16="http://schemas.microsoft.com/office/drawing/2014/main" id="{CDC0C33E-6D00-87DE-A2F2-C259EFB1052D}"/>
                </a:ext>
              </a:extLst>
            </p:cNvPr>
            <p:cNvSpPr>
              <a:spLocks/>
            </p:cNvSpPr>
            <p:nvPr/>
          </p:nvSpPr>
          <p:spPr>
            <a:xfrm>
              <a:off x="2138024" y="3119839"/>
              <a:ext cx="126000" cy="124533"/>
            </a:xfrm>
            <a:prstGeom prst="ellipse">
              <a:avLst/>
            </a:prstGeom>
            <a:solidFill>
              <a:srgbClr val="7030A0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419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  <a:sym typeface="+mn-lt"/>
              </a:endParaRPr>
            </a:p>
          </p:txBody>
        </p:sp>
        <p:sp>
          <p:nvSpPr>
            <p:cNvPr id="37" name="CaixaDeTexto 21">
              <a:extLst>
                <a:ext uri="{FF2B5EF4-FFF2-40B4-BE49-F238E27FC236}">
                  <a16:creationId xmlns:a16="http://schemas.microsoft.com/office/drawing/2014/main" id="{D16FE969-A795-2E66-EFA4-B0466B2742D2}"/>
                </a:ext>
              </a:extLst>
            </p:cNvPr>
            <p:cNvSpPr txBox="1"/>
            <p:nvPr/>
          </p:nvSpPr>
          <p:spPr>
            <a:xfrm>
              <a:off x="1606723" y="2672000"/>
              <a:ext cx="1188603" cy="415498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419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Video analítica seguridad industrial</a:t>
              </a:r>
            </a:p>
          </p:txBody>
        </p:sp>
      </p:grpSp>
      <p:grpSp>
        <p:nvGrpSpPr>
          <p:cNvPr id="44" name="Agrupar 22">
            <a:extLst>
              <a:ext uri="{FF2B5EF4-FFF2-40B4-BE49-F238E27FC236}">
                <a16:creationId xmlns:a16="http://schemas.microsoft.com/office/drawing/2014/main" id="{02393999-2BF5-28BE-8137-2D6B490A7EB4}"/>
              </a:ext>
            </a:extLst>
          </p:cNvPr>
          <p:cNvGrpSpPr/>
          <p:nvPr/>
        </p:nvGrpSpPr>
        <p:grpSpPr>
          <a:xfrm>
            <a:off x="-10872" y="5275330"/>
            <a:ext cx="1188603" cy="295373"/>
            <a:chOff x="1606723" y="2948999"/>
            <a:chExt cx="1188603" cy="295373"/>
          </a:xfrm>
        </p:grpSpPr>
        <p:sp>
          <p:nvSpPr>
            <p:cNvPr id="45" name="Ellipse 77">
              <a:extLst>
                <a:ext uri="{FF2B5EF4-FFF2-40B4-BE49-F238E27FC236}">
                  <a16:creationId xmlns:a16="http://schemas.microsoft.com/office/drawing/2014/main" id="{AAD9770A-85E8-1F81-F607-7E00ED8058B3}"/>
                </a:ext>
              </a:extLst>
            </p:cNvPr>
            <p:cNvSpPr>
              <a:spLocks/>
            </p:cNvSpPr>
            <p:nvPr/>
          </p:nvSpPr>
          <p:spPr>
            <a:xfrm>
              <a:off x="2138024" y="3119839"/>
              <a:ext cx="126000" cy="124533"/>
            </a:xfrm>
            <a:prstGeom prst="ellipse">
              <a:avLst/>
            </a:prstGeom>
            <a:solidFill>
              <a:srgbClr val="FF6600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419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  <a:sym typeface="+mn-lt"/>
              </a:endParaRPr>
            </a:p>
          </p:txBody>
        </p:sp>
        <p:sp>
          <p:nvSpPr>
            <p:cNvPr id="46" name="CaixaDeTexto 21">
              <a:extLst>
                <a:ext uri="{FF2B5EF4-FFF2-40B4-BE49-F238E27FC236}">
                  <a16:creationId xmlns:a16="http://schemas.microsoft.com/office/drawing/2014/main" id="{A005A072-99CF-11E5-2055-5F0D3090B5B2}"/>
                </a:ext>
              </a:extLst>
            </p:cNvPr>
            <p:cNvSpPr txBox="1"/>
            <p:nvPr/>
          </p:nvSpPr>
          <p:spPr>
            <a:xfrm>
              <a:off x="1606723" y="2948999"/>
              <a:ext cx="1188603" cy="138499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419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Repositorio GAF</a:t>
              </a:r>
            </a:p>
          </p:txBody>
        </p:sp>
      </p:grpSp>
      <p:grpSp>
        <p:nvGrpSpPr>
          <p:cNvPr id="27" name="Agrupar 22">
            <a:extLst>
              <a:ext uri="{FF2B5EF4-FFF2-40B4-BE49-F238E27FC236}">
                <a16:creationId xmlns:a16="http://schemas.microsoft.com/office/drawing/2014/main" id="{97792C09-B5F4-5BF5-2D8B-3CBA9C12256E}"/>
              </a:ext>
            </a:extLst>
          </p:cNvPr>
          <p:cNvGrpSpPr/>
          <p:nvPr/>
        </p:nvGrpSpPr>
        <p:grpSpPr>
          <a:xfrm>
            <a:off x="2909391" y="4967651"/>
            <a:ext cx="936602" cy="463047"/>
            <a:chOff x="1726334" y="2781325"/>
            <a:chExt cx="936602" cy="463047"/>
          </a:xfrm>
        </p:grpSpPr>
        <p:sp>
          <p:nvSpPr>
            <p:cNvPr id="47" name="Ellipse 77">
              <a:extLst>
                <a:ext uri="{FF2B5EF4-FFF2-40B4-BE49-F238E27FC236}">
                  <a16:creationId xmlns:a16="http://schemas.microsoft.com/office/drawing/2014/main" id="{7A04A4C0-865A-A050-76B5-2641398CF9BB}"/>
                </a:ext>
              </a:extLst>
            </p:cNvPr>
            <p:cNvSpPr>
              <a:spLocks/>
            </p:cNvSpPr>
            <p:nvPr/>
          </p:nvSpPr>
          <p:spPr>
            <a:xfrm>
              <a:off x="2138024" y="3119839"/>
              <a:ext cx="126000" cy="124533"/>
            </a:xfrm>
            <a:prstGeom prst="ellipse">
              <a:avLst/>
            </a:prstGeom>
            <a:solidFill>
              <a:srgbClr val="7030A0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419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  <a:sym typeface="+mn-lt"/>
              </a:endParaRPr>
            </a:p>
          </p:txBody>
        </p:sp>
        <p:sp>
          <p:nvSpPr>
            <p:cNvPr id="48" name="CaixaDeTexto 21">
              <a:extLst>
                <a:ext uri="{FF2B5EF4-FFF2-40B4-BE49-F238E27FC236}">
                  <a16:creationId xmlns:a16="http://schemas.microsoft.com/office/drawing/2014/main" id="{6616B185-B32E-862E-6B9B-82FB77B95621}"/>
                </a:ext>
              </a:extLst>
            </p:cNvPr>
            <p:cNvSpPr txBox="1"/>
            <p:nvPr/>
          </p:nvSpPr>
          <p:spPr>
            <a:xfrm>
              <a:off x="1726334" y="2781325"/>
              <a:ext cx="936602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419" sz="9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Skynav</a:t>
              </a:r>
              <a:r>
                <a:rPr kumimoji="0" lang="es-419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highlight>
                    <a:srgbClr val="FFFF00"/>
                  </a:highlight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 API datos GPS</a:t>
              </a:r>
            </a:p>
          </p:txBody>
        </p:sp>
      </p:grpSp>
      <p:grpSp>
        <p:nvGrpSpPr>
          <p:cNvPr id="49" name="Agrupar 22">
            <a:extLst>
              <a:ext uri="{FF2B5EF4-FFF2-40B4-BE49-F238E27FC236}">
                <a16:creationId xmlns:a16="http://schemas.microsoft.com/office/drawing/2014/main" id="{B0D37BE3-E5FF-D7EE-E4C5-9E9BEC19F1B6}"/>
              </a:ext>
            </a:extLst>
          </p:cNvPr>
          <p:cNvGrpSpPr/>
          <p:nvPr/>
        </p:nvGrpSpPr>
        <p:grpSpPr>
          <a:xfrm>
            <a:off x="371475" y="3092461"/>
            <a:ext cx="1188603" cy="433873"/>
            <a:chOff x="1606723" y="2810499"/>
            <a:chExt cx="1188603" cy="433873"/>
          </a:xfrm>
        </p:grpSpPr>
        <p:sp>
          <p:nvSpPr>
            <p:cNvPr id="50" name="Ellipse 77">
              <a:extLst>
                <a:ext uri="{FF2B5EF4-FFF2-40B4-BE49-F238E27FC236}">
                  <a16:creationId xmlns:a16="http://schemas.microsoft.com/office/drawing/2014/main" id="{99A755A0-100B-DBB1-39E2-7D4927E14261}"/>
                </a:ext>
              </a:extLst>
            </p:cNvPr>
            <p:cNvSpPr>
              <a:spLocks/>
            </p:cNvSpPr>
            <p:nvPr/>
          </p:nvSpPr>
          <p:spPr>
            <a:xfrm>
              <a:off x="2138024" y="3119839"/>
              <a:ext cx="126000" cy="124533"/>
            </a:xfrm>
            <a:prstGeom prst="ellipse">
              <a:avLst/>
            </a:prstGeom>
            <a:solidFill>
              <a:srgbClr val="7030A0"/>
            </a:solidFill>
            <a:ln w="952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419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" panose="00000500000000000000" pitchFamily="2" charset="0"/>
                <a:ea typeface="+mn-ea"/>
                <a:cs typeface="+mn-cs"/>
                <a:sym typeface="+mn-lt"/>
              </a:endParaRPr>
            </a:p>
          </p:txBody>
        </p:sp>
        <p:sp>
          <p:nvSpPr>
            <p:cNvPr id="51" name="CaixaDeTexto 21">
              <a:extLst>
                <a:ext uri="{FF2B5EF4-FFF2-40B4-BE49-F238E27FC236}">
                  <a16:creationId xmlns:a16="http://schemas.microsoft.com/office/drawing/2014/main" id="{867346D0-6949-B528-4D3B-F825BD210B66}"/>
                </a:ext>
              </a:extLst>
            </p:cNvPr>
            <p:cNvSpPr txBox="1"/>
            <p:nvPr/>
          </p:nvSpPr>
          <p:spPr>
            <a:xfrm>
              <a:off x="1606723" y="2810499"/>
              <a:ext cx="1188603" cy="276999"/>
            </a:xfrm>
            <a:prstGeom prst="rect">
              <a:avLst/>
            </a:prstGeom>
            <a:noFill/>
          </p:spPr>
          <p:txBody>
            <a:bodyPr wrap="square" lIns="0" tIns="0" rIns="0" bIns="0" rtlCol="0" anchor="b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419" sz="9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Montserrat" panose="00000500000000000000" pitchFamily="2" charset="0"/>
                  <a:ea typeface="+mn-ea"/>
                  <a:cs typeface="+mn-cs"/>
                </a:rPr>
                <a:t>Lectura Guías de Despacho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474478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42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ih9FNXAQ5.sFvJeDVFES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6_ANTOFAGASTA MINERALS">
  <a:themeElements>
    <a:clrScheme name="Antofagasta">
      <a:dk1>
        <a:sysClr val="windowText" lastClr="000000"/>
      </a:dk1>
      <a:lt1>
        <a:sysClr val="window" lastClr="FFFFFF"/>
      </a:lt1>
      <a:dk2>
        <a:srgbClr val="888B8D"/>
      </a:dk2>
      <a:lt2>
        <a:srgbClr val="DFF4F4"/>
      </a:lt2>
      <a:accent1>
        <a:srgbClr val="00778B"/>
      </a:accent1>
      <a:accent2>
        <a:srgbClr val="64CCC9"/>
      </a:accent2>
      <a:accent3>
        <a:srgbClr val="888B8D"/>
      </a:accent3>
      <a:accent4>
        <a:srgbClr val="EAAA00"/>
      </a:accent4>
      <a:accent5>
        <a:srgbClr val="D22630"/>
      </a:accent5>
      <a:accent6>
        <a:srgbClr val="8D6974"/>
      </a:accent6>
      <a:hlink>
        <a:srgbClr val="67AABF"/>
      </a:hlink>
      <a:folHlink>
        <a:srgbClr val="B1B5AB"/>
      </a:folHlink>
    </a:clrScheme>
    <a:fontScheme name="Trebuchet MS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4"/>
        </a:solidFill>
        <a:ln w="19050">
          <a:noFill/>
        </a:ln>
      </a:spPr>
      <a:bodyPr lIns="36000" tIns="36000" rIns="36000" bIns="36000" rtlCol="0" anchor="ctr"/>
      <a:lstStyle>
        <a:defPPr algn="ctr">
          <a:defRPr sz="20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45720" rIns="45720" rtlCol="0">
        <a:spAutoFit/>
      </a:bodyPr>
      <a:lstStyle>
        <a:defPPr>
          <a:defRPr sz="20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NTOFAGASTA MINERALS" id="{8BA1326D-DC31-4807-BEE1-091990B28352}" vid="{7A6E1F74-44CE-499B-9B06-0EFF5CEE6873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4c654b4-35a1-4e2c-88af-cc17bafc57c5">
      <Terms xmlns="http://schemas.microsoft.com/office/infopath/2007/PartnerControls"/>
    </lcf76f155ced4ddcb4097134ff3c332f>
    <TaxCatchAll xmlns="dfec001d-9fa7-4c4b-85b1-267a29408246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92CDA65B7E0A8409268291A4E0D515F" ma:contentTypeVersion="11" ma:contentTypeDescription="Crear nuevo documento." ma:contentTypeScope="" ma:versionID="c6fcaf8db596630285ed2e13cde52927">
  <xsd:schema xmlns:xsd="http://www.w3.org/2001/XMLSchema" xmlns:xs="http://www.w3.org/2001/XMLSchema" xmlns:p="http://schemas.microsoft.com/office/2006/metadata/properties" xmlns:ns2="e4c654b4-35a1-4e2c-88af-cc17bafc57c5" xmlns:ns3="dfec001d-9fa7-4c4b-85b1-267a29408246" targetNamespace="http://schemas.microsoft.com/office/2006/metadata/properties" ma:root="true" ma:fieldsID="3660b6a51d650a418c7125bf1e28b626" ns2:_="" ns3:_="">
    <xsd:import namespace="e4c654b4-35a1-4e2c-88af-cc17bafc57c5"/>
    <xsd:import namespace="dfec001d-9fa7-4c4b-85b1-267a2940824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c654b4-35a1-4e2c-88af-cc17bafc57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Etiquetas de imagen" ma:readOnly="false" ma:fieldId="{5cf76f15-5ced-4ddc-b409-7134ff3c332f}" ma:taxonomyMulti="true" ma:sspId="28be5a06-85e3-4ae6-84c1-6e852909932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ec001d-9fa7-4c4b-85b1-267a2940824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c2f99651-a077-4f58-9e8f-821814007b6f}" ma:internalName="TaxCatchAll" ma:showField="CatchAllData" ma:web="dfec001d-9fa7-4c4b-85b1-267a2940824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C6FAFA-89DD-4914-B75B-6F53C94F20FB}">
  <ds:schemaRefs>
    <ds:schemaRef ds:uri="e4c654b4-35a1-4e2c-88af-cc17bafc57c5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dfec001d-9fa7-4c4b-85b1-267a29408246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5EF7D0A-D0DF-4FD8-9CD2-570AC40F45DA}">
  <ds:schemaRefs>
    <ds:schemaRef ds:uri="dfec001d-9fa7-4c4b-85b1-267a29408246"/>
    <ds:schemaRef ds:uri="e4c654b4-35a1-4e2c-88af-cc17bafc5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C898E09-6608-4D83-90B0-694D7A6EE4E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949</TotalTime>
  <Words>382</Words>
  <Application>Microsoft Office PowerPoint</Application>
  <PresentationFormat>Panorámica</PresentationFormat>
  <Paragraphs>84</Paragraphs>
  <Slides>2</Slides>
  <Notes>2</Notes>
  <HiddenSlides>0</HiddenSlides>
  <MMClips>0</MMClips>
  <ScaleCrop>false</ScaleCrop>
  <HeadingPairs>
    <vt:vector size="8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4" baseType="lpstr">
      <vt:lpstr>Aptos</vt:lpstr>
      <vt:lpstr>Arial</vt:lpstr>
      <vt:lpstr>Calibri</vt:lpstr>
      <vt:lpstr>Courier New</vt:lpstr>
      <vt:lpstr>Marlett</vt:lpstr>
      <vt:lpstr>Montserrat</vt:lpstr>
      <vt:lpstr>Trebuchet MS</vt:lpstr>
      <vt:lpstr>Univers Light</vt:lpstr>
      <vt:lpstr>Verdana</vt:lpstr>
      <vt:lpstr>Wingdings</vt:lpstr>
      <vt:lpstr>6_ANTOFAGASTA MINERALS</vt:lpstr>
      <vt:lpstr>Diapositiva de think-cell</vt:lpstr>
      <vt:lpstr>Matriz Impacto Esfuerzo</vt:lpstr>
      <vt:lpstr>Roadmap a corto plazo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Carolayne Yesenia Paez Cabello</dc:creator>
  <cp:lastModifiedBy>Artur Sadykov .</cp:lastModifiedBy>
  <cp:revision>1</cp:revision>
  <dcterms:created xsi:type="dcterms:W3CDTF">2026-02-25T14:05:37Z</dcterms:created>
  <dcterms:modified xsi:type="dcterms:W3CDTF">2026-04-07T03:00:14Z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0x010100B92CDA65B7E0A8409268291A4E0D515F</vt:lpwstr>
  </property>
  <property fmtid="{D5CDD505-2E9C-101B-9397-08002B2CF9AE}" pid="3" name="MediaServiceImageTags">
    <vt:lpwstr/>
  </property>
</Properties>
</file>